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45.xml" ContentType="application/vnd.openxmlformats-officedocument.presentationml.slideMaster+xml"/>
  <Override PartName="/ppt/theme/theme2.xml" ContentType="application/vnd.openxmlformats-officedocument.theme+xml"/>
  <Override PartName="/ppt/theme/theme48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72" r:id="rId3"/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x="9144000" cy="5143500"/>
  <p:notesSz cx="6858000" cy="9144000"/>
  <p:embeddedFontLst>
    <p:embeddedFont>
      <p:font typeface="Russo One"/>
      <p:regular r:id="rId10"/>
    </p:embeddedFont>
    <p:embeddedFont>
      <p:font typeface="Roboto"/>
      <p:regular r:id="rId11"/>
      <p:bold r:id="rId12"/>
      <p:italic r:id="rId13"/>
      <p:boldItalic r:id="rId14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4.xml"/><Relationship Id="rId4" Type="http://schemas.openxmlformats.org/officeDocument/2006/relationships/slideMaster" Target="slideMasters/slideMaster45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font" Target="fonts/Font_1_Russo_One_Regular.fntdata"/><Relationship Id="rId11" Type="http://schemas.openxmlformats.org/officeDocument/2006/relationships/font" Target="fonts/Font_2_Roboto_Regular.fntdata"/><Relationship Id="rId12" Type="http://schemas.openxmlformats.org/officeDocument/2006/relationships/font" Target="fonts/Font_3_Roboto_Bold.fntdata"/><Relationship Id="rId13" Type="http://schemas.openxmlformats.org/officeDocument/2006/relationships/font" Target="fonts/Font_4_Roboto_Italic.fntdata"/><Relationship Id="rId14" Type="http://schemas.openxmlformats.org/officeDocument/2006/relationships/font" Target="fonts/Font_5_Roboto_BoldItalic.fntdata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6DBA714-9A8A-4EBD-8294-9D2E0AB8D18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Member 6 - Dirty COW (CVE-2016-5195).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Member 5's race was inside a root-owned program; this one is inside the kernel itself.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four lines, then switch to the live demo.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Live demo in the SEED VM as seed (VM: ISSD-Member6-SEED12).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Prep script already created /zzz before class - see Member6/live-demo/DEMO_SCRIPT.md.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Type the six commands slowly; every one is on the demo cheat-sheet.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Both are real runs from 9 October (evidence retained with hashes).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 1: whole file became 111111******333333, root:root 0644 kept.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 2: only the four UID digits changed; id -u printed 0, whoami root.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 defences: patch, update, limit, monitor.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Deleting the spare template slides was this member's job as the last presenter.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<Relationship Id="rId2" Type="http://schemas.openxmlformats.org/officeDocument/2006/relationships/image" Target="../media/image1.pn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<Relationship Id="rId2" Type="http://schemas.openxmlformats.org/officeDocument/2006/relationships/image" Target="../media/image1.png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36080" y="1185480"/>
            <a:ext cx="7071480" cy="218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Google Shape;11;p2"/>
          <p:cNvSpPr/>
          <p:nvPr/>
        </p:nvSpPr>
        <p:spPr>
          <a:xfrm rot="5400000">
            <a:off x="7918920" y="417096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12;p2"/>
          <p:cNvSpPr/>
          <p:nvPr/>
        </p:nvSpPr>
        <p:spPr>
          <a:xfrm rot="5400000">
            <a:off x="8637480" y="46036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Google Shape;13;p2"/>
          <p:cNvSpPr/>
          <p:nvPr/>
        </p:nvSpPr>
        <p:spPr>
          <a:xfrm rot="5400000">
            <a:off x="816840" y="-10008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Google Shape;14;p2"/>
          <p:cNvSpPr/>
          <p:nvPr/>
        </p:nvSpPr>
        <p:spPr>
          <a:xfrm rot="5400000">
            <a:off x="1594080" y="4024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15;p2"/>
          <p:cNvSpPr/>
          <p:nvPr/>
        </p:nvSpPr>
        <p:spPr>
          <a:xfrm rot="5400000">
            <a:off x="1914480" y="54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Google Shape;16;p2"/>
          <p:cNvSpPr/>
          <p:nvPr/>
        </p:nvSpPr>
        <p:spPr>
          <a:xfrm rot="5400000">
            <a:off x="200592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Google Shape;17;p2"/>
          <p:cNvSpPr/>
          <p:nvPr/>
        </p:nvSpPr>
        <p:spPr>
          <a:xfrm rot="5400000">
            <a:off x="1823040" y="3567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 hasCustomPrompt="1"/>
          </p:nvPr>
        </p:nvSpPr>
        <p:spPr>
          <a:xfrm>
            <a:off x="1284120" y="17766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rPr>
              <a:t>xx%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Russo One"/>
            </a:endParaRPr>
          </a:p>
        </p:txBody>
      </p:sp>
      <p:sp>
        <p:nvSpPr>
          <p:cNvPr id="11" name="Google Shape;119;p11"/>
          <p:cNvSpPr/>
          <p:nvPr/>
        </p:nvSpPr>
        <p:spPr>
          <a:xfrm rot="5400000">
            <a:off x="7918920" y="417096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120;p11"/>
          <p:cNvSpPr/>
          <p:nvPr/>
        </p:nvSpPr>
        <p:spPr>
          <a:xfrm rot="5400000">
            <a:off x="8637480" y="46036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121;p11"/>
          <p:cNvSpPr/>
          <p:nvPr/>
        </p:nvSpPr>
        <p:spPr>
          <a:xfrm rot="5400000">
            <a:off x="816840" y="-10008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122;p11"/>
          <p:cNvSpPr/>
          <p:nvPr/>
        </p:nvSpPr>
        <p:spPr>
          <a:xfrm rot="5400000">
            <a:off x="1594080" y="4024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123;p11"/>
          <p:cNvSpPr/>
          <p:nvPr/>
        </p:nvSpPr>
        <p:spPr>
          <a:xfrm rot="5400000">
            <a:off x="1914480" y="54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124;p11"/>
          <p:cNvSpPr/>
          <p:nvPr/>
        </p:nvSpPr>
        <p:spPr>
          <a:xfrm rot="5400000">
            <a:off x="200592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125;p11"/>
          <p:cNvSpPr/>
          <p:nvPr/>
        </p:nvSpPr>
        <p:spPr>
          <a:xfrm rot="5400000">
            <a:off x="1823040" y="3567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130;p14"/>
          <p:cNvSpPr/>
          <p:nvPr/>
        </p:nvSpPr>
        <p:spPr>
          <a:xfrm rot="5400000">
            <a:off x="8879400" y="57456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131;p14"/>
          <p:cNvSpPr/>
          <p:nvPr/>
        </p:nvSpPr>
        <p:spPr>
          <a:xfrm rot="5400000">
            <a:off x="8479080" y="79272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132;p14"/>
          <p:cNvSpPr/>
          <p:nvPr/>
        </p:nvSpPr>
        <p:spPr>
          <a:xfrm rot="5400000">
            <a:off x="98280" y="6501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133;p14"/>
          <p:cNvSpPr/>
          <p:nvPr/>
        </p:nvSpPr>
        <p:spPr>
          <a:xfrm rot="5400000">
            <a:off x="43992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134;p14"/>
          <p:cNvSpPr/>
          <p:nvPr/>
        </p:nvSpPr>
        <p:spPr>
          <a:xfrm rot="5400000">
            <a:off x="210960" y="51912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135;p14"/>
          <p:cNvSpPr/>
          <p:nvPr/>
        </p:nvSpPr>
        <p:spPr>
          <a:xfrm rot="5400000">
            <a:off x="714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136;p14"/>
          <p:cNvSpPr/>
          <p:nvPr/>
        </p:nvSpPr>
        <p:spPr>
          <a:xfrm rot="5400000">
            <a:off x="53136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137;p14"/>
          <p:cNvSpPr/>
          <p:nvPr/>
        </p:nvSpPr>
        <p:spPr>
          <a:xfrm rot="5400000">
            <a:off x="834048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138;p14"/>
          <p:cNvSpPr/>
          <p:nvPr/>
        </p:nvSpPr>
        <p:spPr>
          <a:xfrm rot="5400000">
            <a:off x="8706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139;p14"/>
          <p:cNvSpPr/>
          <p:nvPr/>
        </p:nvSpPr>
        <p:spPr>
          <a:xfrm rot="5400000">
            <a:off x="852336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140;p14"/>
          <p:cNvSpPr/>
          <p:nvPr/>
        </p:nvSpPr>
        <p:spPr>
          <a:xfrm rot="5400000">
            <a:off x="622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141;p14"/>
          <p:cNvSpPr/>
          <p:nvPr/>
        </p:nvSpPr>
        <p:spPr>
          <a:xfrm rot="5400000">
            <a:off x="2880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142;p14"/>
          <p:cNvSpPr/>
          <p:nvPr/>
        </p:nvSpPr>
        <p:spPr>
          <a:xfrm rot="5400000">
            <a:off x="8614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1496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146;p15"/>
          <p:cNvSpPr/>
          <p:nvPr/>
        </p:nvSpPr>
        <p:spPr>
          <a:xfrm rot="5400000">
            <a:off x="93960" y="6843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147;p15"/>
          <p:cNvSpPr/>
          <p:nvPr/>
        </p:nvSpPr>
        <p:spPr>
          <a:xfrm rot="5400000">
            <a:off x="649440" y="6912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148;p15"/>
          <p:cNvSpPr/>
          <p:nvPr/>
        </p:nvSpPr>
        <p:spPr>
          <a:xfrm rot="5400000">
            <a:off x="420480" y="7365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149;p15"/>
          <p:cNvSpPr/>
          <p:nvPr/>
        </p:nvSpPr>
        <p:spPr>
          <a:xfrm rot="5400000">
            <a:off x="83232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150;p15"/>
          <p:cNvSpPr/>
          <p:nvPr/>
        </p:nvSpPr>
        <p:spPr>
          <a:xfrm rot="5400000">
            <a:off x="7408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151;p15"/>
          <p:cNvSpPr/>
          <p:nvPr/>
        </p:nvSpPr>
        <p:spPr>
          <a:xfrm rot="5400000">
            <a:off x="8880120" y="60912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152;p15"/>
          <p:cNvSpPr/>
          <p:nvPr/>
        </p:nvSpPr>
        <p:spPr>
          <a:xfrm rot="5400000">
            <a:off x="8568000" y="64404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153;p15"/>
          <p:cNvSpPr/>
          <p:nvPr/>
        </p:nvSpPr>
        <p:spPr>
          <a:xfrm rot="5400000">
            <a:off x="842904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154;p15"/>
          <p:cNvSpPr/>
          <p:nvPr/>
        </p:nvSpPr>
        <p:spPr>
          <a:xfrm rot="5400000">
            <a:off x="823716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155;p15"/>
          <p:cNvSpPr/>
          <p:nvPr/>
        </p:nvSpPr>
        <p:spPr>
          <a:xfrm rot="5400000">
            <a:off x="85204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2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164;p16"/>
          <p:cNvSpPr/>
          <p:nvPr/>
        </p:nvSpPr>
        <p:spPr>
          <a:xfrm rot="5400000">
            <a:off x="93960" y="6843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165;p16"/>
          <p:cNvSpPr/>
          <p:nvPr/>
        </p:nvSpPr>
        <p:spPr>
          <a:xfrm rot="5400000">
            <a:off x="649440" y="6912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166;p16"/>
          <p:cNvSpPr/>
          <p:nvPr/>
        </p:nvSpPr>
        <p:spPr>
          <a:xfrm rot="5400000">
            <a:off x="420480" y="7365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167;p16"/>
          <p:cNvSpPr/>
          <p:nvPr/>
        </p:nvSpPr>
        <p:spPr>
          <a:xfrm rot="5400000">
            <a:off x="83232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168;p16"/>
          <p:cNvSpPr/>
          <p:nvPr/>
        </p:nvSpPr>
        <p:spPr>
          <a:xfrm rot="5400000">
            <a:off x="7408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169;p16"/>
          <p:cNvSpPr/>
          <p:nvPr/>
        </p:nvSpPr>
        <p:spPr>
          <a:xfrm rot="5400000">
            <a:off x="8880120" y="60912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170;p16"/>
          <p:cNvSpPr/>
          <p:nvPr/>
        </p:nvSpPr>
        <p:spPr>
          <a:xfrm rot="5400000">
            <a:off x="8568000" y="64404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71;p16"/>
          <p:cNvSpPr/>
          <p:nvPr/>
        </p:nvSpPr>
        <p:spPr>
          <a:xfrm rot="5400000">
            <a:off x="842904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72;p16"/>
          <p:cNvSpPr/>
          <p:nvPr/>
        </p:nvSpPr>
        <p:spPr>
          <a:xfrm rot="5400000">
            <a:off x="823716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73;p16"/>
          <p:cNvSpPr/>
          <p:nvPr/>
        </p:nvSpPr>
        <p:spPr>
          <a:xfrm rot="5400000">
            <a:off x="85204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2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chemeClr val="dk1"/>
                </a:solidFill>
                <a:effectLst/>
                <a:uFillTx/>
                <a:latin typeface="Russo One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Russo One"/>
              </a:rPr>
              <a:t>Click to edit the title text format</a:t>
            </a:r>
            <a:endParaRPr lang="en-US" sz="3500" b="0" u="none" strike="noStrike">
              <a:solidFill>
                <a:schemeClr val="dk1"/>
              </a:solidFill>
              <a:effectLst/>
              <a:uFillTx/>
              <a:latin typeface="Russo One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 hasCustomPrompt="1"/>
          </p:nvPr>
        </p:nvSpPr>
        <p:spPr>
          <a:xfrm>
            <a:off x="771480" y="1658520"/>
            <a:ext cx="733320" cy="73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3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rPr>
              <a:t>xx%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Russo One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title" hasCustomPrompt="1"/>
          </p:nvPr>
        </p:nvSpPr>
        <p:spPr>
          <a:xfrm>
            <a:off x="772560" y="3244680"/>
            <a:ext cx="731160" cy="73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3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rPr>
              <a:t>xx%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Russo One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title" hasCustomPrompt="1"/>
          </p:nvPr>
        </p:nvSpPr>
        <p:spPr>
          <a:xfrm>
            <a:off x="4735080" y="1659600"/>
            <a:ext cx="731160" cy="73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3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rPr>
              <a:t>xx%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Russo One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title" hasCustomPrompt="1"/>
          </p:nvPr>
        </p:nvSpPr>
        <p:spPr>
          <a:xfrm>
            <a:off x="4735080" y="3244680"/>
            <a:ext cx="731160" cy="73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3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rPr>
              <a:t>xx%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Russo One"/>
            </a:endParaRPr>
          </a:p>
        </p:txBody>
      </p:sp>
      <p:sp>
        <p:nvSpPr>
          <p:cNvPr id="62" name="Google Shape;180;p17"/>
          <p:cNvSpPr/>
          <p:nvPr/>
        </p:nvSpPr>
        <p:spPr>
          <a:xfrm rot="5400000">
            <a:off x="93960" y="6843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181;p17"/>
          <p:cNvSpPr/>
          <p:nvPr/>
        </p:nvSpPr>
        <p:spPr>
          <a:xfrm rot="5400000">
            <a:off x="649440" y="6912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182;p17"/>
          <p:cNvSpPr/>
          <p:nvPr/>
        </p:nvSpPr>
        <p:spPr>
          <a:xfrm rot="5400000">
            <a:off x="420480" y="7365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183;p17"/>
          <p:cNvSpPr/>
          <p:nvPr/>
        </p:nvSpPr>
        <p:spPr>
          <a:xfrm rot="5400000">
            <a:off x="83232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184;p17"/>
          <p:cNvSpPr/>
          <p:nvPr/>
        </p:nvSpPr>
        <p:spPr>
          <a:xfrm rot="5400000">
            <a:off x="7408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185;p17"/>
          <p:cNvSpPr/>
          <p:nvPr/>
        </p:nvSpPr>
        <p:spPr>
          <a:xfrm rot="5400000">
            <a:off x="8880120" y="60912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186;p17"/>
          <p:cNvSpPr/>
          <p:nvPr/>
        </p:nvSpPr>
        <p:spPr>
          <a:xfrm rot="5400000">
            <a:off x="8568000" y="64404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187;p17"/>
          <p:cNvSpPr/>
          <p:nvPr/>
        </p:nvSpPr>
        <p:spPr>
          <a:xfrm rot="5400000">
            <a:off x="842904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188;p17"/>
          <p:cNvSpPr/>
          <p:nvPr/>
        </p:nvSpPr>
        <p:spPr>
          <a:xfrm rot="5400000">
            <a:off x="823716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89;p17"/>
          <p:cNvSpPr/>
          <p:nvPr/>
        </p:nvSpPr>
        <p:spPr>
          <a:xfrm rot="5400000">
            <a:off x="85204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212;p18"/>
          <p:cNvSpPr/>
          <p:nvPr/>
        </p:nvSpPr>
        <p:spPr>
          <a:xfrm rot="5400000">
            <a:off x="8879400" y="57456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213;p18"/>
          <p:cNvSpPr/>
          <p:nvPr/>
        </p:nvSpPr>
        <p:spPr>
          <a:xfrm rot="5400000">
            <a:off x="8479080" y="79272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214;p18"/>
          <p:cNvSpPr/>
          <p:nvPr/>
        </p:nvSpPr>
        <p:spPr>
          <a:xfrm rot="5400000">
            <a:off x="98280" y="6501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215;p18"/>
          <p:cNvSpPr/>
          <p:nvPr/>
        </p:nvSpPr>
        <p:spPr>
          <a:xfrm rot="5400000">
            <a:off x="43992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216;p18"/>
          <p:cNvSpPr/>
          <p:nvPr/>
        </p:nvSpPr>
        <p:spPr>
          <a:xfrm rot="5400000">
            <a:off x="210960" y="51912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217;p18"/>
          <p:cNvSpPr/>
          <p:nvPr/>
        </p:nvSpPr>
        <p:spPr>
          <a:xfrm rot="5400000">
            <a:off x="714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218;p18"/>
          <p:cNvSpPr/>
          <p:nvPr/>
        </p:nvSpPr>
        <p:spPr>
          <a:xfrm rot="5400000">
            <a:off x="53136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219;p18"/>
          <p:cNvSpPr/>
          <p:nvPr/>
        </p:nvSpPr>
        <p:spPr>
          <a:xfrm rot="5400000">
            <a:off x="834048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220;p18"/>
          <p:cNvSpPr/>
          <p:nvPr/>
        </p:nvSpPr>
        <p:spPr>
          <a:xfrm rot="5400000">
            <a:off x="8706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221;p18"/>
          <p:cNvSpPr/>
          <p:nvPr/>
        </p:nvSpPr>
        <p:spPr>
          <a:xfrm rot="5400000">
            <a:off x="852336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222;p18"/>
          <p:cNvSpPr/>
          <p:nvPr/>
        </p:nvSpPr>
        <p:spPr>
          <a:xfrm rot="5400000">
            <a:off x="622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223;p18"/>
          <p:cNvSpPr/>
          <p:nvPr/>
        </p:nvSpPr>
        <p:spPr>
          <a:xfrm rot="5400000">
            <a:off x="2880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224;p18"/>
          <p:cNvSpPr/>
          <p:nvPr/>
        </p:nvSpPr>
        <p:spPr>
          <a:xfrm rot="5400000">
            <a:off x="8614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 hasCustomPrompt="1"/>
          </p:nvPr>
        </p:nvSpPr>
        <p:spPr>
          <a:xfrm>
            <a:off x="1847880" y="2858400"/>
            <a:ext cx="54475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5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rPr>
              <a:t>xx%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Russo One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 hasCustomPrompt="1"/>
          </p:nvPr>
        </p:nvSpPr>
        <p:spPr>
          <a:xfrm>
            <a:off x="1407600" y="1191960"/>
            <a:ext cx="356184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5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rPr>
              <a:t>xx%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Russo One"/>
            </a:endParaRPr>
          </a:p>
        </p:txBody>
      </p:sp>
      <p:sp>
        <p:nvSpPr>
          <p:cNvPr id="89" name="Google Shape;230;p19"/>
          <p:cNvSpPr/>
          <p:nvPr/>
        </p:nvSpPr>
        <p:spPr>
          <a:xfrm rot="5400000">
            <a:off x="7918920" y="421308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231;p19"/>
          <p:cNvSpPr/>
          <p:nvPr/>
        </p:nvSpPr>
        <p:spPr>
          <a:xfrm rot="5400000">
            <a:off x="7571880" y="436968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232;p19"/>
          <p:cNvSpPr/>
          <p:nvPr/>
        </p:nvSpPr>
        <p:spPr>
          <a:xfrm rot="5400000">
            <a:off x="8637480" y="464580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233;p19"/>
          <p:cNvSpPr/>
          <p:nvPr/>
        </p:nvSpPr>
        <p:spPr>
          <a:xfrm rot="5400000">
            <a:off x="7432920" y="45082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234;p19"/>
          <p:cNvSpPr/>
          <p:nvPr/>
        </p:nvSpPr>
        <p:spPr>
          <a:xfrm rot="5400000">
            <a:off x="759240" y="45936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235;p19"/>
          <p:cNvSpPr/>
          <p:nvPr/>
        </p:nvSpPr>
        <p:spPr>
          <a:xfrm rot="5400000">
            <a:off x="667800" y="45021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236;p19"/>
          <p:cNvSpPr/>
          <p:nvPr/>
        </p:nvSpPr>
        <p:spPr>
          <a:xfrm rot="5400000">
            <a:off x="576360" y="4697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237;p19"/>
          <p:cNvSpPr/>
          <p:nvPr/>
        </p:nvSpPr>
        <p:spPr>
          <a:xfrm rot="5400000">
            <a:off x="7241040" y="45082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238;p19"/>
          <p:cNvSpPr/>
          <p:nvPr/>
        </p:nvSpPr>
        <p:spPr>
          <a:xfrm rot="5400000">
            <a:off x="7149960" y="459972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239;p19"/>
          <p:cNvSpPr/>
          <p:nvPr/>
        </p:nvSpPr>
        <p:spPr>
          <a:xfrm rot="5400000">
            <a:off x="8339760" y="3564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240;p19"/>
          <p:cNvSpPr/>
          <p:nvPr/>
        </p:nvSpPr>
        <p:spPr>
          <a:xfrm rot="5400000">
            <a:off x="8248320" y="4478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241;p19"/>
          <p:cNvSpPr/>
          <p:nvPr/>
        </p:nvSpPr>
        <p:spPr>
          <a:xfrm rot="5400000">
            <a:off x="816840" y="-10008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242;p19"/>
          <p:cNvSpPr/>
          <p:nvPr/>
        </p:nvSpPr>
        <p:spPr>
          <a:xfrm rot="5400000">
            <a:off x="1594080" y="4024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243;p19"/>
          <p:cNvSpPr/>
          <p:nvPr/>
        </p:nvSpPr>
        <p:spPr>
          <a:xfrm rot="5400000">
            <a:off x="1914480" y="54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244;p19"/>
          <p:cNvSpPr/>
          <p:nvPr/>
        </p:nvSpPr>
        <p:spPr>
          <a:xfrm rot="5400000">
            <a:off x="200592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245;p19"/>
          <p:cNvSpPr/>
          <p:nvPr/>
        </p:nvSpPr>
        <p:spPr>
          <a:xfrm rot="5400000">
            <a:off x="1823040" y="3567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246;p19"/>
          <p:cNvSpPr/>
          <p:nvPr/>
        </p:nvSpPr>
        <p:spPr>
          <a:xfrm rot="5400000">
            <a:off x="8156880" y="2660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384560" y="540000"/>
            <a:ext cx="6374880" cy="123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8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8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250;p20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Roboto"/>
                <a:ea typeface="Roboto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and includes icons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  <a:hlinkClick r:id="rId3"/>
              </a:rPr>
              <a:t>Flaticon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and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  <a:hlinkClick r:id="rId4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251;p20"/>
          <p:cNvSpPr/>
          <p:nvPr/>
        </p:nvSpPr>
        <p:spPr>
          <a:xfrm rot="5400000">
            <a:off x="7918920" y="417096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252;p20"/>
          <p:cNvSpPr/>
          <p:nvPr/>
        </p:nvSpPr>
        <p:spPr>
          <a:xfrm rot="5400000">
            <a:off x="8637480" y="46036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253;p20"/>
          <p:cNvSpPr/>
          <p:nvPr/>
        </p:nvSpPr>
        <p:spPr>
          <a:xfrm rot="5400000">
            <a:off x="816840" y="-10008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254;p20"/>
          <p:cNvSpPr/>
          <p:nvPr/>
        </p:nvSpPr>
        <p:spPr>
          <a:xfrm rot="5400000">
            <a:off x="1594080" y="4024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255;p20"/>
          <p:cNvSpPr/>
          <p:nvPr/>
        </p:nvSpPr>
        <p:spPr>
          <a:xfrm rot="5400000">
            <a:off x="1914480" y="54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256;p20"/>
          <p:cNvSpPr/>
          <p:nvPr/>
        </p:nvSpPr>
        <p:spPr>
          <a:xfrm rot="5400000">
            <a:off x="200592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257;p20"/>
          <p:cNvSpPr/>
          <p:nvPr/>
        </p:nvSpPr>
        <p:spPr>
          <a:xfrm rot="5400000">
            <a:off x="1823040" y="3567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2986560" y="1841760"/>
            <a:ext cx="5492520" cy="157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Russo One"/>
              </a:defRPr>
            </a:lvl1pPr>
          </a:lstStyle>
          <a:p>
            <a:pPr indent="0" algn="l"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Russo One"/>
              </a:rPr>
              <a:t>Click to edit the title text format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Russo One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title" hasCustomPrompt="1"/>
          </p:nvPr>
        </p:nvSpPr>
        <p:spPr>
          <a:xfrm>
            <a:off x="1082160" y="186768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75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75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rPr>
              <a:t>xx%</a:t>
            </a:r>
            <a:endParaRPr lang="en-US" sz="7500" b="0" u="none" strike="noStrike">
              <a:solidFill>
                <a:schemeClr val="dk1"/>
              </a:solidFill>
              <a:effectLst/>
              <a:uFillTx/>
              <a:latin typeface="Russo One"/>
            </a:endParaRPr>
          </a:p>
        </p:txBody>
      </p:sp>
      <p:sp>
        <p:nvSpPr>
          <p:cNvPr id="117" name="Google Shape;22;p3"/>
          <p:cNvSpPr/>
          <p:nvPr/>
        </p:nvSpPr>
        <p:spPr>
          <a:xfrm rot="5400000">
            <a:off x="8196480" y="398736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3;p3"/>
          <p:cNvSpPr/>
          <p:nvPr/>
        </p:nvSpPr>
        <p:spPr>
          <a:xfrm rot="5400000">
            <a:off x="8915040" y="44200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4;p3"/>
          <p:cNvSpPr/>
          <p:nvPr/>
        </p:nvSpPr>
        <p:spPr>
          <a:xfrm rot="5400000">
            <a:off x="816840" y="-10980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25;p3"/>
          <p:cNvSpPr/>
          <p:nvPr/>
        </p:nvSpPr>
        <p:spPr>
          <a:xfrm rot="5400000">
            <a:off x="1594080" y="3927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26;p3"/>
          <p:cNvSpPr/>
          <p:nvPr/>
        </p:nvSpPr>
        <p:spPr>
          <a:xfrm rot="5400000">
            <a:off x="1914480" y="5302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27;p3"/>
          <p:cNvSpPr/>
          <p:nvPr/>
        </p:nvSpPr>
        <p:spPr>
          <a:xfrm rot="5400000">
            <a:off x="2005920" y="4388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8;p3"/>
          <p:cNvSpPr/>
          <p:nvPr/>
        </p:nvSpPr>
        <p:spPr>
          <a:xfrm rot="5400000">
            <a:off x="1823040" y="3474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259;p21"/>
          <p:cNvSpPr/>
          <p:nvPr/>
        </p:nvSpPr>
        <p:spPr>
          <a:xfrm rot="5400000">
            <a:off x="7918920" y="417096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60;p21"/>
          <p:cNvSpPr/>
          <p:nvPr/>
        </p:nvSpPr>
        <p:spPr>
          <a:xfrm rot="5400000">
            <a:off x="7571880" y="432756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261;p21"/>
          <p:cNvSpPr/>
          <p:nvPr/>
        </p:nvSpPr>
        <p:spPr>
          <a:xfrm rot="5400000">
            <a:off x="8637480" y="46036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262;p21"/>
          <p:cNvSpPr/>
          <p:nvPr/>
        </p:nvSpPr>
        <p:spPr>
          <a:xfrm rot="5400000">
            <a:off x="7432920" y="44661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263;p21"/>
          <p:cNvSpPr/>
          <p:nvPr/>
        </p:nvSpPr>
        <p:spPr>
          <a:xfrm rot="5400000">
            <a:off x="1548360" y="40942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264;p21"/>
          <p:cNvSpPr/>
          <p:nvPr/>
        </p:nvSpPr>
        <p:spPr>
          <a:xfrm rot="5400000">
            <a:off x="1456920" y="40028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265;p21"/>
          <p:cNvSpPr/>
          <p:nvPr/>
        </p:nvSpPr>
        <p:spPr>
          <a:xfrm rot="5400000">
            <a:off x="1365480" y="41979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266;p21"/>
          <p:cNvSpPr/>
          <p:nvPr/>
        </p:nvSpPr>
        <p:spPr>
          <a:xfrm rot="5400000">
            <a:off x="7241040" y="44661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267;p21"/>
          <p:cNvSpPr/>
          <p:nvPr/>
        </p:nvSpPr>
        <p:spPr>
          <a:xfrm rot="5400000">
            <a:off x="7149960" y="45576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268;p21"/>
          <p:cNvSpPr/>
          <p:nvPr/>
        </p:nvSpPr>
        <p:spPr>
          <a:xfrm rot="5400000">
            <a:off x="7943040" y="53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269;p21"/>
          <p:cNvSpPr/>
          <p:nvPr/>
        </p:nvSpPr>
        <p:spPr>
          <a:xfrm rot="5400000">
            <a:off x="7851600" y="63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270;p21"/>
          <p:cNvSpPr/>
          <p:nvPr/>
        </p:nvSpPr>
        <p:spPr>
          <a:xfrm rot="5400000">
            <a:off x="816840" y="-10008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271;p21"/>
          <p:cNvSpPr/>
          <p:nvPr/>
        </p:nvSpPr>
        <p:spPr>
          <a:xfrm rot="5400000">
            <a:off x="1594080" y="4024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272;p21"/>
          <p:cNvSpPr/>
          <p:nvPr/>
        </p:nvSpPr>
        <p:spPr>
          <a:xfrm rot="5400000">
            <a:off x="1914480" y="54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273;p21"/>
          <p:cNvSpPr/>
          <p:nvPr/>
        </p:nvSpPr>
        <p:spPr>
          <a:xfrm rot="5400000">
            <a:off x="200592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274;p21"/>
          <p:cNvSpPr/>
          <p:nvPr/>
        </p:nvSpPr>
        <p:spPr>
          <a:xfrm rot="5400000">
            <a:off x="1823040" y="3567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275;p21"/>
          <p:cNvSpPr/>
          <p:nvPr/>
        </p:nvSpPr>
        <p:spPr>
          <a:xfrm rot="5400000">
            <a:off x="5529240" y="63972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276;p21"/>
          <p:cNvSpPr/>
          <p:nvPr/>
        </p:nvSpPr>
        <p:spPr>
          <a:xfrm rot="5400000">
            <a:off x="5390280" y="77832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277;p21"/>
          <p:cNvSpPr/>
          <p:nvPr/>
        </p:nvSpPr>
        <p:spPr>
          <a:xfrm rot="5400000">
            <a:off x="3957840" y="423720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278;p21"/>
          <p:cNvSpPr/>
          <p:nvPr/>
        </p:nvSpPr>
        <p:spPr>
          <a:xfrm rot="5400000">
            <a:off x="4278240" y="437472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279;p21"/>
          <p:cNvSpPr/>
          <p:nvPr/>
        </p:nvSpPr>
        <p:spPr>
          <a:xfrm rot="5400000">
            <a:off x="776016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281;p22"/>
          <p:cNvSpPr/>
          <p:nvPr/>
        </p:nvSpPr>
        <p:spPr>
          <a:xfrm rot="5400000">
            <a:off x="7918920" y="421308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282;p22"/>
          <p:cNvSpPr/>
          <p:nvPr/>
        </p:nvSpPr>
        <p:spPr>
          <a:xfrm rot="5400000">
            <a:off x="7571880" y="436968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283;p22"/>
          <p:cNvSpPr/>
          <p:nvPr/>
        </p:nvSpPr>
        <p:spPr>
          <a:xfrm rot="5400000">
            <a:off x="8637480" y="464580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284;p22"/>
          <p:cNvSpPr/>
          <p:nvPr/>
        </p:nvSpPr>
        <p:spPr>
          <a:xfrm rot="5400000">
            <a:off x="7432920" y="45082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285;p22"/>
          <p:cNvSpPr/>
          <p:nvPr/>
        </p:nvSpPr>
        <p:spPr>
          <a:xfrm rot="5400000">
            <a:off x="759240" y="45936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286;p22"/>
          <p:cNvSpPr/>
          <p:nvPr/>
        </p:nvSpPr>
        <p:spPr>
          <a:xfrm rot="5400000">
            <a:off x="667800" y="45021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287;p22"/>
          <p:cNvSpPr/>
          <p:nvPr/>
        </p:nvSpPr>
        <p:spPr>
          <a:xfrm rot="5400000">
            <a:off x="576360" y="4697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288;p22"/>
          <p:cNvSpPr/>
          <p:nvPr/>
        </p:nvSpPr>
        <p:spPr>
          <a:xfrm rot="5400000">
            <a:off x="7241040" y="45082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89;p22"/>
          <p:cNvSpPr/>
          <p:nvPr/>
        </p:nvSpPr>
        <p:spPr>
          <a:xfrm rot="5400000">
            <a:off x="7149960" y="459972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90;p22"/>
          <p:cNvSpPr/>
          <p:nvPr/>
        </p:nvSpPr>
        <p:spPr>
          <a:xfrm rot="5400000">
            <a:off x="8339760" y="3564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291;p22"/>
          <p:cNvSpPr/>
          <p:nvPr/>
        </p:nvSpPr>
        <p:spPr>
          <a:xfrm rot="5400000">
            <a:off x="8248320" y="4478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292;p22"/>
          <p:cNvSpPr/>
          <p:nvPr/>
        </p:nvSpPr>
        <p:spPr>
          <a:xfrm rot="5400000">
            <a:off x="816840" y="-10008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293;p22"/>
          <p:cNvSpPr/>
          <p:nvPr/>
        </p:nvSpPr>
        <p:spPr>
          <a:xfrm rot="5400000">
            <a:off x="1594080" y="4024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294;p22"/>
          <p:cNvSpPr/>
          <p:nvPr/>
        </p:nvSpPr>
        <p:spPr>
          <a:xfrm rot="5400000">
            <a:off x="1914480" y="54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295;p22"/>
          <p:cNvSpPr/>
          <p:nvPr/>
        </p:nvSpPr>
        <p:spPr>
          <a:xfrm rot="5400000">
            <a:off x="200592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96;p22"/>
          <p:cNvSpPr/>
          <p:nvPr/>
        </p:nvSpPr>
        <p:spPr>
          <a:xfrm rot="5400000">
            <a:off x="1823040" y="3567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97;p22"/>
          <p:cNvSpPr/>
          <p:nvPr/>
        </p:nvSpPr>
        <p:spPr>
          <a:xfrm rot="5400000">
            <a:off x="8156880" y="2660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2_1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306;p23"/>
          <p:cNvSpPr/>
          <p:nvPr/>
        </p:nvSpPr>
        <p:spPr>
          <a:xfrm rot="5400000">
            <a:off x="93960" y="6843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307;p23"/>
          <p:cNvSpPr/>
          <p:nvPr/>
        </p:nvSpPr>
        <p:spPr>
          <a:xfrm rot="5400000">
            <a:off x="649440" y="6912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308;p23"/>
          <p:cNvSpPr/>
          <p:nvPr/>
        </p:nvSpPr>
        <p:spPr>
          <a:xfrm rot="5400000">
            <a:off x="420480" y="7365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309;p23"/>
          <p:cNvSpPr/>
          <p:nvPr/>
        </p:nvSpPr>
        <p:spPr>
          <a:xfrm rot="5400000">
            <a:off x="83232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310;p23"/>
          <p:cNvSpPr/>
          <p:nvPr/>
        </p:nvSpPr>
        <p:spPr>
          <a:xfrm rot="5400000">
            <a:off x="7408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311;p23"/>
          <p:cNvSpPr/>
          <p:nvPr/>
        </p:nvSpPr>
        <p:spPr>
          <a:xfrm rot="5400000">
            <a:off x="8880120" y="60912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312;p23"/>
          <p:cNvSpPr/>
          <p:nvPr/>
        </p:nvSpPr>
        <p:spPr>
          <a:xfrm rot="5400000">
            <a:off x="8568000" y="64404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313;p23"/>
          <p:cNvSpPr/>
          <p:nvPr/>
        </p:nvSpPr>
        <p:spPr>
          <a:xfrm rot="5400000">
            <a:off x="842904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314;p23"/>
          <p:cNvSpPr/>
          <p:nvPr/>
        </p:nvSpPr>
        <p:spPr>
          <a:xfrm rot="5400000">
            <a:off x="823716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315;p23"/>
          <p:cNvSpPr/>
          <p:nvPr/>
        </p:nvSpPr>
        <p:spPr>
          <a:xfrm rot="5400000">
            <a:off x="85204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2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330;p24"/>
          <p:cNvSpPr/>
          <p:nvPr/>
        </p:nvSpPr>
        <p:spPr>
          <a:xfrm rot="5400000">
            <a:off x="8879400" y="57456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331;p24"/>
          <p:cNvSpPr/>
          <p:nvPr/>
        </p:nvSpPr>
        <p:spPr>
          <a:xfrm rot="5400000">
            <a:off x="8479080" y="79272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332;p24"/>
          <p:cNvSpPr/>
          <p:nvPr/>
        </p:nvSpPr>
        <p:spPr>
          <a:xfrm rot="5400000">
            <a:off x="98280" y="6501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333;p24"/>
          <p:cNvSpPr/>
          <p:nvPr/>
        </p:nvSpPr>
        <p:spPr>
          <a:xfrm rot="5400000">
            <a:off x="43992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334;p24"/>
          <p:cNvSpPr/>
          <p:nvPr/>
        </p:nvSpPr>
        <p:spPr>
          <a:xfrm rot="5400000">
            <a:off x="210960" y="51912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335;p24"/>
          <p:cNvSpPr/>
          <p:nvPr/>
        </p:nvSpPr>
        <p:spPr>
          <a:xfrm rot="5400000">
            <a:off x="714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336;p24"/>
          <p:cNvSpPr/>
          <p:nvPr/>
        </p:nvSpPr>
        <p:spPr>
          <a:xfrm rot="5400000">
            <a:off x="53136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337;p24"/>
          <p:cNvSpPr/>
          <p:nvPr/>
        </p:nvSpPr>
        <p:spPr>
          <a:xfrm rot="5400000">
            <a:off x="834048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338;p24"/>
          <p:cNvSpPr/>
          <p:nvPr/>
        </p:nvSpPr>
        <p:spPr>
          <a:xfrm rot="5400000">
            <a:off x="8706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339;p24"/>
          <p:cNvSpPr/>
          <p:nvPr/>
        </p:nvSpPr>
        <p:spPr>
          <a:xfrm rot="5400000">
            <a:off x="852336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340;p24"/>
          <p:cNvSpPr/>
          <p:nvPr/>
        </p:nvSpPr>
        <p:spPr>
          <a:xfrm rot="5400000">
            <a:off x="622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341;p24"/>
          <p:cNvSpPr/>
          <p:nvPr/>
        </p:nvSpPr>
        <p:spPr>
          <a:xfrm rot="5400000">
            <a:off x="2880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342;p24"/>
          <p:cNvSpPr/>
          <p:nvPr/>
        </p:nvSpPr>
        <p:spPr>
          <a:xfrm rot="5400000">
            <a:off x="8614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720000" y="1370160"/>
            <a:ext cx="7703640" cy="319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32;p4"/>
          <p:cNvSpPr/>
          <p:nvPr/>
        </p:nvSpPr>
        <p:spPr>
          <a:xfrm rot="5400000">
            <a:off x="93960" y="6843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33;p4"/>
          <p:cNvSpPr/>
          <p:nvPr/>
        </p:nvSpPr>
        <p:spPr>
          <a:xfrm rot="5400000">
            <a:off x="649440" y="6912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34;p4"/>
          <p:cNvSpPr/>
          <p:nvPr/>
        </p:nvSpPr>
        <p:spPr>
          <a:xfrm rot="5400000">
            <a:off x="420480" y="7365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35;p4"/>
          <p:cNvSpPr/>
          <p:nvPr/>
        </p:nvSpPr>
        <p:spPr>
          <a:xfrm rot="5400000">
            <a:off x="83232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36;p4"/>
          <p:cNvSpPr/>
          <p:nvPr/>
        </p:nvSpPr>
        <p:spPr>
          <a:xfrm rot="5400000">
            <a:off x="7408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37;p4"/>
          <p:cNvSpPr/>
          <p:nvPr/>
        </p:nvSpPr>
        <p:spPr>
          <a:xfrm rot="5400000">
            <a:off x="8880120" y="60912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38;p4"/>
          <p:cNvSpPr/>
          <p:nvPr/>
        </p:nvSpPr>
        <p:spPr>
          <a:xfrm rot="5400000">
            <a:off x="8568000" y="64404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39;p4"/>
          <p:cNvSpPr/>
          <p:nvPr/>
        </p:nvSpPr>
        <p:spPr>
          <a:xfrm rot="5400000">
            <a:off x="842904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40;p4"/>
          <p:cNvSpPr/>
          <p:nvPr/>
        </p:nvSpPr>
        <p:spPr>
          <a:xfrm rot="5400000">
            <a:off x="823716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41;p4"/>
          <p:cNvSpPr/>
          <p:nvPr/>
        </p:nvSpPr>
        <p:spPr>
          <a:xfrm rot="5400000">
            <a:off x="85204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48;p5"/>
          <p:cNvSpPr/>
          <p:nvPr/>
        </p:nvSpPr>
        <p:spPr>
          <a:xfrm rot="5400000">
            <a:off x="8879400" y="57456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49;p5"/>
          <p:cNvSpPr/>
          <p:nvPr/>
        </p:nvSpPr>
        <p:spPr>
          <a:xfrm rot="5400000">
            <a:off x="8479080" y="79272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50;p5"/>
          <p:cNvSpPr/>
          <p:nvPr/>
        </p:nvSpPr>
        <p:spPr>
          <a:xfrm rot="5400000">
            <a:off x="98280" y="6501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51;p5"/>
          <p:cNvSpPr/>
          <p:nvPr/>
        </p:nvSpPr>
        <p:spPr>
          <a:xfrm rot="5400000">
            <a:off x="43992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52;p5"/>
          <p:cNvSpPr/>
          <p:nvPr/>
        </p:nvSpPr>
        <p:spPr>
          <a:xfrm rot="5400000">
            <a:off x="210960" y="51912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53;p5"/>
          <p:cNvSpPr/>
          <p:nvPr/>
        </p:nvSpPr>
        <p:spPr>
          <a:xfrm rot="5400000">
            <a:off x="714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54;p5"/>
          <p:cNvSpPr/>
          <p:nvPr/>
        </p:nvSpPr>
        <p:spPr>
          <a:xfrm rot="5400000">
            <a:off x="53136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55;p5"/>
          <p:cNvSpPr/>
          <p:nvPr/>
        </p:nvSpPr>
        <p:spPr>
          <a:xfrm rot="5400000">
            <a:off x="834048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56;p5"/>
          <p:cNvSpPr/>
          <p:nvPr/>
        </p:nvSpPr>
        <p:spPr>
          <a:xfrm rot="5400000">
            <a:off x="8706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57;p5"/>
          <p:cNvSpPr/>
          <p:nvPr/>
        </p:nvSpPr>
        <p:spPr>
          <a:xfrm rot="5400000">
            <a:off x="852336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58;p5"/>
          <p:cNvSpPr/>
          <p:nvPr/>
        </p:nvSpPr>
        <p:spPr>
          <a:xfrm rot="5400000">
            <a:off x="622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59;p5"/>
          <p:cNvSpPr/>
          <p:nvPr/>
        </p:nvSpPr>
        <p:spPr>
          <a:xfrm rot="5400000">
            <a:off x="2880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60;p5"/>
          <p:cNvSpPr/>
          <p:nvPr/>
        </p:nvSpPr>
        <p:spPr>
          <a:xfrm rot="5400000">
            <a:off x="8614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63;p6"/>
          <p:cNvSpPr/>
          <p:nvPr/>
        </p:nvSpPr>
        <p:spPr>
          <a:xfrm rot="5400000">
            <a:off x="8880120" y="60912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64;p6"/>
          <p:cNvSpPr/>
          <p:nvPr/>
        </p:nvSpPr>
        <p:spPr>
          <a:xfrm rot="5400000">
            <a:off x="8568000" y="64404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65;p6"/>
          <p:cNvSpPr/>
          <p:nvPr/>
        </p:nvSpPr>
        <p:spPr>
          <a:xfrm rot="5400000">
            <a:off x="93960" y="6843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66;p6"/>
          <p:cNvSpPr/>
          <p:nvPr/>
        </p:nvSpPr>
        <p:spPr>
          <a:xfrm rot="5400000">
            <a:off x="649440" y="6912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67;p6"/>
          <p:cNvSpPr/>
          <p:nvPr/>
        </p:nvSpPr>
        <p:spPr>
          <a:xfrm rot="5400000">
            <a:off x="420480" y="7365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68;p6"/>
          <p:cNvSpPr/>
          <p:nvPr/>
        </p:nvSpPr>
        <p:spPr>
          <a:xfrm rot="5400000">
            <a:off x="83232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69;p6"/>
          <p:cNvSpPr/>
          <p:nvPr/>
        </p:nvSpPr>
        <p:spPr>
          <a:xfrm rot="5400000">
            <a:off x="7408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70;p6"/>
          <p:cNvSpPr/>
          <p:nvPr/>
        </p:nvSpPr>
        <p:spPr>
          <a:xfrm rot="5400000">
            <a:off x="842904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71;p6"/>
          <p:cNvSpPr/>
          <p:nvPr/>
        </p:nvSpPr>
        <p:spPr>
          <a:xfrm rot="5400000">
            <a:off x="823716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72;p6"/>
          <p:cNvSpPr/>
          <p:nvPr/>
        </p:nvSpPr>
        <p:spPr>
          <a:xfrm rot="5400000">
            <a:off x="85204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4491000" y="1576080"/>
            <a:ext cx="3939120" cy="298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pic"/>
          </p:nvPr>
        </p:nvSpPr>
        <p:spPr>
          <a:xfrm>
            <a:off x="720000" y="1374480"/>
            <a:ext cx="3232440" cy="3232440"/>
          </a:xfrm>
          <a:prstGeom prst="rect">
            <a:avLst/>
          </a:prstGeom>
          <a:noFill/>
          <a:ln w="9525">
            <a:solidFill>
              <a:srgbClr val="ED218F"/>
            </a:solidFill>
            <a:round/>
          </a:ln>
        </p:spPr>
        <p:txBody>
          <a:bodyPr lIns="90000" tIns="45000" rIns="90000" bIns="45000" anchor="t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77;p7"/>
          <p:cNvSpPr/>
          <p:nvPr/>
        </p:nvSpPr>
        <p:spPr>
          <a:xfrm rot="5400000">
            <a:off x="93960" y="6843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78;p7"/>
          <p:cNvSpPr/>
          <p:nvPr/>
        </p:nvSpPr>
        <p:spPr>
          <a:xfrm rot="5400000">
            <a:off x="649440" y="6912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79;p7"/>
          <p:cNvSpPr/>
          <p:nvPr/>
        </p:nvSpPr>
        <p:spPr>
          <a:xfrm rot="5400000">
            <a:off x="420480" y="7365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80;p7"/>
          <p:cNvSpPr/>
          <p:nvPr/>
        </p:nvSpPr>
        <p:spPr>
          <a:xfrm rot="5400000">
            <a:off x="83232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81;p7"/>
          <p:cNvSpPr/>
          <p:nvPr/>
        </p:nvSpPr>
        <p:spPr>
          <a:xfrm rot="5400000">
            <a:off x="7408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82;p7"/>
          <p:cNvSpPr/>
          <p:nvPr/>
        </p:nvSpPr>
        <p:spPr>
          <a:xfrm rot="5400000">
            <a:off x="8880120" y="60912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83;p7"/>
          <p:cNvSpPr/>
          <p:nvPr/>
        </p:nvSpPr>
        <p:spPr>
          <a:xfrm rot="5400000">
            <a:off x="8568000" y="64404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84;p7"/>
          <p:cNvSpPr/>
          <p:nvPr/>
        </p:nvSpPr>
        <p:spPr>
          <a:xfrm rot="5400000">
            <a:off x="842904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85;p7"/>
          <p:cNvSpPr/>
          <p:nvPr/>
        </p:nvSpPr>
        <p:spPr>
          <a:xfrm rot="5400000">
            <a:off x="823716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86;p7"/>
          <p:cNvSpPr/>
          <p:nvPr/>
        </p:nvSpPr>
        <p:spPr>
          <a:xfrm rot="5400000">
            <a:off x="85204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988920" y="1307160"/>
            <a:ext cx="716580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7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7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89;p8"/>
          <p:cNvSpPr/>
          <p:nvPr/>
        </p:nvSpPr>
        <p:spPr>
          <a:xfrm rot="5400000">
            <a:off x="7918920" y="417096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90;p8"/>
          <p:cNvSpPr/>
          <p:nvPr/>
        </p:nvSpPr>
        <p:spPr>
          <a:xfrm rot="5400000">
            <a:off x="8637480" y="46036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91;p8"/>
          <p:cNvSpPr/>
          <p:nvPr/>
        </p:nvSpPr>
        <p:spPr>
          <a:xfrm rot="5400000">
            <a:off x="816840" y="-10008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92;p8"/>
          <p:cNvSpPr/>
          <p:nvPr/>
        </p:nvSpPr>
        <p:spPr>
          <a:xfrm rot="5400000">
            <a:off x="1594080" y="4024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93;p8"/>
          <p:cNvSpPr/>
          <p:nvPr/>
        </p:nvSpPr>
        <p:spPr>
          <a:xfrm rot="5400000">
            <a:off x="1914480" y="54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94;p8"/>
          <p:cNvSpPr/>
          <p:nvPr/>
        </p:nvSpPr>
        <p:spPr>
          <a:xfrm rot="5400000">
            <a:off x="200592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95;p8"/>
          <p:cNvSpPr/>
          <p:nvPr/>
        </p:nvSpPr>
        <p:spPr>
          <a:xfrm rot="5400000">
            <a:off x="1823040" y="3567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100;p9"/>
          <p:cNvSpPr/>
          <p:nvPr/>
        </p:nvSpPr>
        <p:spPr>
          <a:xfrm rot="5400000">
            <a:off x="8879400" y="57456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101;p9"/>
          <p:cNvSpPr/>
          <p:nvPr/>
        </p:nvSpPr>
        <p:spPr>
          <a:xfrm rot="5400000">
            <a:off x="8479080" y="79272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102;p9"/>
          <p:cNvSpPr/>
          <p:nvPr/>
        </p:nvSpPr>
        <p:spPr>
          <a:xfrm rot="5400000">
            <a:off x="98280" y="6501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103;p9"/>
          <p:cNvSpPr/>
          <p:nvPr/>
        </p:nvSpPr>
        <p:spPr>
          <a:xfrm rot="5400000">
            <a:off x="43992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104;p9"/>
          <p:cNvSpPr/>
          <p:nvPr/>
        </p:nvSpPr>
        <p:spPr>
          <a:xfrm rot="5400000">
            <a:off x="210960" y="51912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105;p9"/>
          <p:cNvSpPr/>
          <p:nvPr/>
        </p:nvSpPr>
        <p:spPr>
          <a:xfrm rot="5400000">
            <a:off x="714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106;p9"/>
          <p:cNvSpPr/>
          <p:nvPr/>
        </p:nvSpPr>
        <p:spPr>
          <a:xfrm rot="5400000">
            <a:off x="53136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107;p9"/>
          <p:cNvSpPr/>
          <p:nvPr/>
        </p:nvSpPr>
        <p:spPr>
          <a:xfrm rot="5400000">
            <a:off x="834048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108;p9"/>
          <p:cNvSpPr/>
          <p:nvPr/>
        </p:nvSpPr>
        <p:spPr>
          <a:xfrm rot="5400000">
            <a:off x="8706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109;p9"/>
          <p:cNvSpPr/>
          <p:nvPr/>
        </p:nvSpPr>
        <p:spPr>
          <a:xfrm rot="5400000">
            <a:off x="852336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110;p9"/>
          <p:cNvSpPr/>
          <p:nvPr/>
        </p:nvSpPr>
        <p:spPr>
          <a:xfrm rot="5400000">
            <a:off x="622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111;p9"/>
          <p:cNvSpPr/>
          <p:nvPr/>
        </p:nvSpPr>
        <p:spPr>
          <a:xfrm rot="5400000">
            <a:off x="2880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112;p9"/>
          <p:cNvSpPr/>
          <p:nvPr/>
        </p:nvSpPr>
        <p:spPr>
          <a:xfrm rot="5400000">
            <a:off x="8614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pic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title"/>
          </p:nvPr>
        </p:nvSpPr>
        <p:spPr>
          <a:xfrm>
            <a:off x="713520" y="3628440"/>
            <a:ext cx="7717320" cy="940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imple-light-2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1036080" y="1185480"/>
            <a:ext cx="7071480" cy="218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49;p26"/>
          <p:cNvSpPr/>
          <p:nvPr/>
        </p:nvSpPr>
        <p:spPr>
          <a:xfrm rot="5400000">
            <a:off x="7918920" y="417096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50;p26"/>
          <p:cNvSpPr/>
          <p:nvPr/>
        </p:nvSpPr>
        <p:spPr>
          <a:xfrm rot="5400000">
            <a:off x="8637480" y="46036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51;p26"/>
          <p:cNvSpPr/>
          <p:nvPr/>
        </p:nvSpPr>
        <p:spPr>
          <a:xfrm rot="5400000">
            <a:off x="816840" y="-10008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352;p26"/>
          <p:cNvSpPr/>
          <p:nvPr/>
        </p:nvSpPr>
        <p:spPr>
          <a:xfrm rot="5400000">
            <a:off x="1594080" y="4024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353;p26"/>
          <p:cNvSpPr/>
          <p:nvPr/>
        </p:nvSpPr>
        <p:spPr>
          <a:xfrm rot="5400000">
            <a:off x="1914480" y="54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54;p26"/>
          <p:cNvSpPr/>
          <p:nvPr/>
        </p:nvSpPr>
        <p:spPr>
          <a:xfrm rot="5400000">
            <a:off x="200592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355;p26"/>
          <p:cNvSpPr/>
          <p:nvPr/>
        </p:nvSpPr>
        <p:spPr>
          <a:xfrm rot="5400000">
            <a:off x="1823040" y="3567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 hasCustomPrompt="1"/>
          </p:nvPr>
        </p:nvSpPr>
        <p:spPr>
          <a:xfrm>
            <a:off x="1284120" y="17766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Russo One"/>
                <a:ea typeface="Russo One"/>
              </a:rPr>
              <a:t>xx%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Russo One"/>
            </a:endParaRPr>
          </a:p>
        </p:txBody>
      </p:sp>
      <p:sp>
        <p:nvSpPr>
          <p:cNvPr id="274" name="Google Shape;457;p35"/>
          <p:cNvSpPr/>
          <p:nvPr/>
        </p:nvSpPr>
        <p:spPr>
          <a:xfrm rot="5400000">
            <a:off x="7918920" y="417096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458;p35"/>
          <p:cNvSpPr/>
          <p:nvPr/>
        </p:nvSpPr>
        <p:spPr>
          <a:xfrm rot="5400000">
            <a:off x="8637480" y="46036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459;p35"/>
          <p:cNvSpPr/>
          <p:nvPr/>
        </p:nvSpPr>
        <p:spPr>
          <a:xfrm rot="5400000">
            <a:off x="816840" y="-10008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460;p35"/>
          <p:cNvSpPr/>
          <p:nvPr/>
        </p:nvSpPr>
        <p:spPr>
          <a:xfrm rot="5400000">
            <a:off x="1594080" y="4024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461;p35"/>
          <p:cNvSpPr/>
          <p:nvPr/>
        </p:nvSpPr>
        <p:spPr>
          <a:xfrm rot="5400000">
            <a:off x="1914480" y="54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462;p35"/>
          <p:cNvSpPr/>
          <p:nvPr/>
        </p:nvSpPr>
        <p:spPr>
          <a:xfrm rot="5400000">
            <a:off x="200592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463;p35"/>
          <p:cNvSpPr/>
          <p:nvPr/>
        </p:nvSpPr>
        <p:spPr>
          <a:xfrm rot="5400000">
            <a:off x="1823040" y="3567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468;p38"/>
          <p:cNvSpPr/>
          <p:nvPr/>
        </p:nvSpPr>
        <p:spPr>
          <a:xfrm rot="5400000">
            <a:off x="8879400" y="57456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469;p38"/>
          <p:cNvSpPr/>
          <p:nvPr/>
        </p:nvSpPr>
        <p:spPr>
          <a:xfrm rot="5400000">
            <a:off x="8479080" y="79272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Google Shape;470;p38"/>
          <p:cNvSpPr/>
          <p:nvPr/>
        </p:nvSpPr>
        <p:spPr>
          <a:xfrm rot="5400000">
            <a:off x="98280" y="6501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Google Shape;471;p38"/>
          <p:cNvSpPr/>
          <p:nvPr/>
        </p:nvSpPr>
        <p:spPr>
          <a:xfrm rot="5400000">
            <a:off x="43992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472;p38"/>
          <p:cNvSpPr/>
          <p:nvPr/>
        </p:nvSpPr>
        <p:spPr>
          <a:xfrm rot="5400000">
            <a:off x="210960" y="51912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Google Shape;473;p38"/>
          <p:cNvSpPr/>
          <p:nvPr/>
        </p:nvSpPr>
        <p:spPr>
          <a:xfrm rot="5400000">
            <a:off x="714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474;p38"/>
          <p:cNvSpPr/>
          <p:nvPr/>
        </p:nvSpPr>
        <p:spPr>
          <a:xfrm rot="5400000">
            <a:off x="53136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Google Shape;475;p38"/>
          <p:cNvSpPr/>
          <p:nvPr/>
        </p:nvSpPr>
        <p:spPr>
          <a:xfrm rot="5400000">
            <a:off x="834048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476;p38"/>
          <p:cNvSpPr/>
          <p:nvPr/>
        </p:nvSpPr>
        <p:spPr>
          <a:xfrm rot="5400000">
            <a:off x="8706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477;p38"/>
          <p:cNvSpPr/>
          <p:nvPr/>
        </p:nvSpPr>
        <p:spPr>
          <a:xfrm rot="5400000">
            <a:off x="852336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478;p38"/>
          <p:cNvSpPr/>
          <p:nvPr/>
        </p:nvSpPr>
        <p:spPr>
          <a:xfrm rot="5400000">
            <a:off x="622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479;p38"/>
          <p:cNvSpPr/>
          <p:nvPr/>
        </p:nvSpPr>
        <p:spPr>
          <a:xfrm rot="5400000">
            <a:off x="2880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480;p38"/>
          <p:cNvSpPr/>
          <p:nvPr/>
        </p:nvSpPr>
        <p:spPr>
          <a:xfrm rot="5400000">
            <a:off x="8614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71496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484;p39"/>
          <p:cNvSpPr/>
          <p:nvPr/>
        </p:nvSpPr>
        <p:spPr>
          <a:xfrm rot="5400000">
            <a:off x="93960" y="6843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485;p39"/>
          <p:cNvSpPr/>
          <p:nvPr/>
        </p:nvSpPr>
        <p:spPr>
          <a:xfrm rot="5400000">
            <a:off x="649440" y="6912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486;p39"/>
          <p:cNvSpPr/>
          <p:nvPr/>
        </p:nvSpPr>
        <p:spPr>
          <a:xfrm rot="5400000">
            <a:off x="420480" y="7365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487;p39"/>
          <p:cNvSpPr/>
          <p:nvPr/>
        </p:nvSpPr>
        <p:spPr>
          <a:xfrm rot="5400000">
            <a:off x="83232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488;p39"/>
          <p:cNvSpPr/>
          <p:nvPr/>
        </p:nvSpPr>
        <p:spPr>
          <a:xfrm rot="5400000">
            <a:off x="7408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489;p39"/>
          <p:cNvSpPr/>
          <p:nvPr/>
        </p:nvSpPr>
        <p:spPr>
          <a:xfrm rot="5400000">
            <a:off x="8880120" y="60912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Google Shape;490;p39"/>
          <p:cNvSpPr/>
          <p:nvPr/>
        </p:nvSpPr>
        <p:spPr>
          <a:xfrm rot="5400000">
            <a:off x="8568000" y="64404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491;p39"/>
          <p:cNvSpPr/>
          <p:nvPr/>
        </p:nvSpPr>
        <p:spPr>
          <a:xfrm rot="5400000">
            <a:off x="842904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492;p39"/>
          <p:cNvSpPr/>
          <p:nvPr/>
        </p:nvSpPr>
        <p:spPr>
          <a:xfrm rot="5400000">
            <a:off x="823716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493;p39"/>
          <p:cNvSpPr/>
          <p:nvPr/>
        </p:nvSpPr>
        <p:spPr>
          <a:xfrm rot="5400000">
            <a:off x="85204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502;p40"/>
          <p:cNvSpPr/>
          <p:nvPr/>
        </p:nvSpPr>
        <p:spPr>
          <a:xfrm rot="5400000">
            <a:off x="93960" y="6843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503;p40"/>
          <p:cNvSpPr/>
          <p:nvPr/>
        </p:nvSpPr>
        <p:spPr>
          <a:xfrm rot="5400000">
            <a:off x="649440" y="6912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504;p40"/>
          <p:cNvSpPr/>
          <p:nvPr/>
        </p:nvSpPr>
        <p:spPr>
          <a:xfrm rot="5400000">
            <a:off x="420480" y="7365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505;p40"/>
          <p:cNvSpPr/>
          <p:nvPr/>
        </p:nvSpPr>
        <p:spPr>
          <a:xfrm rot="5400000">
            <a:off x="83232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506;p40"/>
          <p:cNvSpPr/>
          <p:nvPr/>
        </p:nvSpPr>
        <p:spPr>
          <a:xfrm rot="5400000">
            <a:off x="7408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507;p40"/>
          <p:cNvSpPr/>
          <p:nvPr/>
        </p:nvSpPr>
        <p:spPr>
          <a:xfrm rot="5400000">
            <a:off x="8880120" y="60912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508;p40"/>
          <p:cNvSpPr/>
          <p:nvPr/>
        </p:nvSpPr>
        <p:spPr>
          <a:xfrm rot="5400000">
            <a:off x="8568000" y="64404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509;p40"/>
          <p:cNvSpPr/>
          <p:nvPr/>
        </p:nvSpPr>
        <p:spPr>
          <a:xfrm rot="5400000">
            <a:off x="842904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510;p40"/>
          <p:cNvSpPr/>
          <p:nvPr/>
        </p:nvSpPr>
        <p:spPr>
          <a:xfrm rot="5400000">
            <a:off x="823716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511;p40"/>
          <p:cNvSpPr/>
          <p:nvPr/>
        </p:nvSpPr>
        <p:spPr>
          <a:xfrm rot="5400000">
            <a:off x="85204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title"/>
          </p:nvPr>
        </p:nvSpPr>
        <p:spPr>
          <a:xfrm>
            <a:off x="771480" y="1658520"/>
            <a:ext cx="733320" cy="73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title"/>
          </p:nvPr>
        </p:nvSpPr>
        <p:spPr>
          <a:xfrm>
            <a:off x="772560" y="3244680"/>
            <a:ext cx="731160" cy="73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title"/>
          </p:nvPr>
        </p:nvSpPr>
        <p:spPr>
          <a:xfrm>
            <a:off x="4735080" y="1659600"/>
            <a:ext cx="731160" cy="73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 type="title"/>
          </p:nvPr>
        </p:nvSpPr>
        <p:spPr>
          <a:xfrm>
            <a:off x="4735080" y="3244680"/>
            <a:ext cx="731160" cy="73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518;p41"/>
          <p:cNvSpPr/>
          <p:nvPr/>
        </p:nvSpPr>
        <p:spPr>
          <a:xfrm rot="5400000">
            <a:off x="93960" y="6843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519;p41"/>
          <p:cNvSpPr/>
          <p:nvPr/>
        </p:nvSpPr>
        <p:spPr>
          <a:xfrm rot="5400000">
            <a:off x="649440" y="6912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520;p41"/>
          <p:cNvSpPr/>
          <p:nvPr/>
        </p:nvSpPr>
        <p:spPr>
          <a:xfrm rot="5400000">
            <a:off x="420480" y="7365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Google Shape;521;p41"/>
          <p:cNvSpPr/>
          <p:nvPr/>
        </p:nvSpPr>
        <p:spPr>
          <a:xfrm rot="5400000">
            <a:off x="83232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Google Shape;522;p41"/>
          <p:cNvSpPr/>
          <p:nvPr/>
        </p:nvSpPr>
        <p:spPr>
          <a:xfrm rot="5400000">
            <a:off x="7408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Google Shape;523;p41"/>
          <p:cNvSpPr/>
          <p:nvPr/>
        </p:nvSpPr>
        <p:spPr>
          <a:xfrm rot="5400000">
            <a:off x="8880120" y="60912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Google Shape;524;p41"/>
          <p:cNvSpPr/>
          <p:nvPr/>
        </p:nvSpPr>
        <p:spPr>
          <a:xfrm rot="5400000">
            <a:off x="8568000" y="64404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525;p41"/>
          <p:cNvSpPr/>
          <p:nvPr/>
        </p:nvSpPr>
        <p:spPr>
          <a:xfrm rot="5400000">
            <a:off x="842904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Google Shape;526;p41"/>
          <p:cNvSpPr/>
          <p:nvPr/>
        </p:nvSpPr>
        <p:spPr>
          <a:xfrm rot="5400000">
            <a:off x="823716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527;p41"/>
          <p:cNvSpPr/>
          <p:nvPr/>
        </p:nvSpPr>
        <p:spPr>
          <a:xfrm rot="5400000">
            <a:off x="85204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550;p42"/>
          <p:cNvSpPr/>
          <p:nvPr/>
        </p:nvSpPr>
        <p:spPr>
          <a:xfrm rot="5400000">
            <a:off x="8879400" y="57456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551;p42"/>
          <p:cNvSpPr/>
          <p:nvPr/>
        </p:nvSpPr>
        <p:spPr>
          <a:xfrm rot="5400000">
            <a:off x="8479080" y="79272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552;p42"/>
          <p:cNvSpPr/>
          <p:nvPr/>
        </p:nvSpPr>
        <p:spPr>
          <a:xfrm rot="5400000">
            <a:off x="98280" y="6501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553;p42"/>
          <p:cNvSpPr/>
          <p:nvPr/>
        </p:nvSpPr>
        <p:spPr>
          <a:xfrm rot="5400000">
            <a:off x="43992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554;p42"/>
          <p:cNvSpPr/>
          <p:nvPr/>
        </p:nvSpPr>
        <p:spPr>
          <a:xfrm rot="5400000">
            <a:off x="210960" y="51912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555;p42"/>
          <p:cNvSpPr/>
          <p:nvPr/>
        </p:nvSpPr>
        <p:spPr>
          <a:xfrm rot="5400000">
            <a:off x="714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556;p42"/>
          <p:cNvSpPr/>
          <p:nvPr/>
        </p:nvSpPr>
        <p:spPr>
          <a:xfrm rot="5400000">
            <a:off x="53136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557;p42"/>
          <p:cNvSpPr/>
          <p:nvPr/>
        </p:nvSpPr>
        <p:spPr>
          <a:xfrm rot="5400000">
            <a:off x="834048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Google Shape;558;p42"/>
          <p:cNvSpPr/>
          <p:nvPr/>
        </p:nvSpPr>
        <p:spPr>
          <a:xfrm rot="5400000">
            <a:off x="8706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559;p42"/>
          <p:cNvSpPr/>
          <p:nvPr/>
        </p:nvSpPr>
        <p:spPr>
          <a:xfrm rot="5400000">
            <a:off x="852336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Google Shape;560;p42"/>
          <p:cNvSpPr/>
          <p:nvPr/>
        </p:nvSpPr>
        <p:spPr>
          <a:xfrm rot="5400000">
            <a:off x="622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Google Shape;561;p42"/>
          <p:cNvSpPr/>
          <p:nvPr/>
        </p:nvSpPr>
        <p:spPr>
          <a:xfrm rot="5400000">
            <a:off x="2880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562;p42"/>
          <p:cNvSpPr/>
          <p:nvPr/>
        </p:nvSpPr>
        <p:spPr>
          <a:xfrm rot="5400000">
            <a:off x="8614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1847880" y="2858400"/>
            <a:ext cx="54475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5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title"/>
          </p:nvPr>
        </p:nvSpPr>
        <p:spPr>
          <a:xfrm>
            <a:off x="1407600" y="1191960"/>
            <a:ext cx="356184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5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Google Shape;568;p43"/>
          <p:cNvSpPr/>
          <p:nvPr/>
        </p:nvSpPr>
        <p:spPr>
          <a:xfrm rot="5400000">
            <a:off x="7918920" y="421308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Google Shape;569;p43"/>
          <p:cNvSpPr/>
          <p:nvPr/>
        </p:nvSpPr>
        <p:spPr>
          <a:xfrm rot="5400000">
            <a:off x="7571880" y="436968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Google Shape;570;p43"/>
          <p:cNvSpPr/>
          <p:nvPr/>
        </p:nvSpPr>
        <p:spPr>
          <a:xfrm rot="5400000">
            <a:off x="8637480" y="464580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Google Shape;571;p43"/>
          <p:cNvSpPr/>
          <p:nvPr/>
        </p:nvSpPr>
        <p:spPr>
          <a:xfrm rot="5400000">
            <a:off x="7432920" y="45082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Google Shape;572;p43"/>
          <p:cNvSpPr/>
          <p:nvPr/>
        </p:nvSpPr>
        <p:spPr>
          <a:xfrm rot="5400000">
            <a:off x="759240" y="45936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Google Shape;573;p43"/>
          <p:cNvSpPr/>
          <p:nvPr/>
        </p:nvSpPr>
        <p:spPr>
          <a:xfrm rot="5400000">
            <a:off x="667800" y="45021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Google Shape;574;p43"/>
          <p:cNvSpPr/>
          <p:nvPr/>
        </p:nvSpPr>
        <p:spPr>
          <a:xfrm rot="5400000">
            <a:off x="576360" y="4697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Google Shape;575;p43"/>
          <p:cNvSpPr/>
          <p:nvPr/>
        </p:nvSpPr>
        <p:spPr>
          <a:xfrm rot="5400000">
            <a:off x="7241040" y="45082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Google Shape;576;p43"/>
          <p:cNvSpPr/>
          <p:nvPr/>
        </p:nvSpPr>
        <p:spPr>
          <a:xfrm rot="5400000">
            <a:off x="7149960" y="459972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Google Shape;577;p43"/>
          <p:cNvSpPr/>
          <p:nvPr/>
        </p:nvSpPr>
        <p:spPr>
          <a:xfrm rot="5400000">
            <a:off x="8339760" y="3564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Google Shape;578;p43"/>
          <p:cNvSpPr/>
          <p:nvPr/>
        </p:nvSpPr>
        <p:spPr>
          <a:xfrm rot="5400000">
            <a:off x="8248320" y="4478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Google Shape;579;p43"/>
          <p:cNvSpPr/>
          <p:nvPr/>
        </p:nvSpPr>
        <p:spPr>
          <a:xfrm rot="5400000">
            <a:off x="816840" y="-10008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Google Shape;580;p43"/>
          <p:cNvSpPr/>
          <p:nvPr/>
        </p:nvSpPr>
        <p:spPr>
          <a:xfrm rot="5400000">
            <a:off x="1594080" y="4024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Google Shape;581;p43"/>
          <p:cNvSpPr/>
          <p:nvPr/>
        </p:nvSpPr>
        <p:spPr>
          <a:xfrm rot="5400000">
            <a:off x="1914480" y="54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Google Shape;582;p43"/>
          <p:cNvSpPr/>
          <p:nvPr/>
        </p:nvSpPr>
        <p:spPr>
          <a:xfrm rot="5400000">
            <a:off x="200592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Google Shape;583;p43"/>
          <p:cNvSpPr/>
          <p:nvPr/>
        </p:nvSpPr>
        <p:spPr>
          <a:xfrm rot="5400000">
            <a:off x="1823040" y="3567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Google Shape;584;p43"/>
          <p:cNvSpPr/>
          <p:nvPr/>
        </p:nvSpPr>
        <p:spPr>
          <a:xfrm rot="5400000">
            <a:off x="8156880" y="2660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1384560" y="540000"/>
            <a:ext cx="6374880" cy="123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8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8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Google Shape;588;p44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Roboto"/>
                <a:ea typeface="Roboto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and includes icons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Roboto"/>
                <a:ea typeface="Roboto"/>
                <a:hlinkClick r:id="rId3"/>
              </a:rPr>
              <a:t>Flaticon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and infographics &amp; images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Roboto"/>
                <a:ea typeface="Roboto"/>
                <a:hlinkClick r:id="rId4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Google Shape;589;p44"/>
          <p:cNvSpPr/>
          <p:nvPr/>
        </p:nvSpPr>
        <p:spPr>
          <a:xfrm rot="5400000">
            <a:off x="7918920" y="417096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Google Shape;590;p44"/>
          <p:cNvSpPr/>
          <p:nvPr/>
        </p:nvSpPr>
        <p:spPr>
          <a:xfrm rot="5400000">
            <a:off x="8637480" y="46036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Google Shape;591;p44"/>
          <p:cNvSpPr/>
          <p:nvPr/>
        </p:nvSpPr>
        <p:spPr>
          <a:xfrm rot="5400000">
            <a:off x="816840" y="-10008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Google Shape;592;p44"/>
          <p:cNvSpPr/>
          <p:nvPr/>
        </p:nvSpPr>
        <p:spPr>
          <a:xfrm rot="5400000">
            <a:off x="1594080" y="4024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Google Shape;593;p44"/>
          <p:cNvSpPr/>
          <p:nvPr/>
        </p:nvSpPr>
        <p:spPr>
          <a:xfrm rot="5400000">
            <a:off x="1914480" y="54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Google Shape;594;p44"/>
          <p:cNvSpPr/>
          <p:nvPr/>
        </p:nvSpPr>
        <p:spPr>
          <a:xfrm rot="5400000">
            <a:off x="200592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Google Shape;595;p44"/>
          <p:cNvSpPr/>
          <p:nvPr/>
        </p:nvSpPr>
        <p:spPr>
          <a:xfrm rot="5400000">
            <a:off x="1823040" y="3567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0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Google Shape;358;p27"/>
          <p:cNvSpPr/>
          <p:nvPr/>
        </p:nvSpPr>
        <p:spPr>
          <a:xfrm rot="5400000">
            <a:off x="8880120" y="60912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Google Shape;359;p27"/>
          <p:cNvSpPr/>
          <p:nvPr/>
        </p:nvSpPr>
        <p:spPr>
          <a:xfrm rot="5400000">
            <a:off x="8568000" y="64404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Google Shape;360;p27"/>
          <p:cNvSpPr/>
          <p:nvPr/>
        </p:nvSpPr>
        <p:spPr>
          <a:xfrm rot="5400000">
            <a:off x="93960" y="6843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Google Shape;361;p27"/>
          <p:cNvSpPr/>
          <p:nvPr/>
        </p:nvSpPr>
        <p:spPr>
          <a:xfrm rot="5400000">
            <a:off x="649440" y="6912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Google Shape;362;p27"/>
          <p:cNvSpPr/>
          <p:nvPr/>
        </p:nvSpPr>
        <p:spPr>
          <a:xfrm rot="5400000">
            <a:off x="420480" y="7365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Google Shape;363;p27"/>
          <p:cNvSpPr/>
          <p:nvPr/>
        </p:nvSpPr>
        <p:spPr>
          <a:xfrm rot="5400000">
            <a:off x="83232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Google Shape;364;p27"/>
          <p:cNvSpPr/>
          <p:nvPr/>
        </p:nvSpPr>
        <p:spPr>
          <a:xfrm rot="5400000">
            <a:off x="7408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Google Shape;365;p27"/>
          <p:cNvSpPr/>
          <p:nvPr/>
        </p:nvSpPr>
        <p:spPr>
          <a:xfrm rot="5400000">
            <a:off x="842904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Google Shape;366;p27"/>
          <p:cNvSpPr/>
          <p:nvPr/>
        </p:nvSpPr>
        <p:spPr>
          <a:xfrm rot="5400000">
            <a:off x="823716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Google Shape;367;p27"/>
          <p:cNvSpPr/>
          <p:nvPr/>
        </p:nvSpPr>
        <p:spPr>
          <a:xfrm rot="5400000">
            <a:off x="85204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597;p45"/>
          <p:cNvSpPr/>
          <p:nvPr/>
        </p:nvSpPr>
        <p:spPr>
          <a:xfrm rot="5400000">
            <a:off x="7918920" y="417096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Google Shape;598;p45"/>
          <p:cNvSpPr/>
          <p:nvPr/>
        </p:nvSpPr>
        <p:spPr>
          <a:xfrm rot="5400000">
            <a:off x="7571880" y="432756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599;p45"/>
          <p:cNvSpPr/>
          <p:nvPr/>
        </p:nvSpPr>
        <p:spPr>
          <a:xfrm rot="5400000">
            <a:off x="8637480" y="46036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600;p45"/>
          <p:cNvSpPr/>
          <p:nvPr/>
        </p:nvSpPr>
        <p:spPr>
          <a:xfrm rot="5400000">
            <a:off x="7432920" y="44661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601;p45"/>
          <p:cNvSpPr/>
          <p:nvPr/>
        </p:nvSpPr>
        <p:spPr>
          <a:xfrm rot="5400000">
            <a:off x="1548360" y="40942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602;p45"/>
          <p:cNvSpPr/>
          <p:nvPr/>
        </p:nvSpPr>
        <p:spPr>
          <a:xfrm rot="5400000">
            <a:off x="1456920" y="40028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603;p45"/>
          <p:cNvSpPr/>
          <p:nvPr/>
        </p:nvSpPr>
        <p:spPr>
          <a:xfrm rot="5400000">
            <a:off x="1365480" y="41979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604;p45"/>
          <p:cNvSpPr/>
          <p:nvPr/>
        </p:nvSpPr>
        <p:spPr>
          <a:xfrm rot="5400000">
            <a:off x="7241040" y="44661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605;p45"/>
          <p:cNvSpPr/>
          <p:nvPr/>
        </p:nvSpPr>
        <p:spPr>
          <a:xfrm rot="5400000">
            <a:off x="7149960" y="45576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606;p45"/>
          <p:cNvSpPr/>
          <p:nvPr/>
        </p:nvSpPr>
        <p:spPr>
          <a:xfrm rot="5400000">
            <a:off x="7943040" y="53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607;p45"/>
          <p:cNvSpPr/>
          <p:nvPr/>
        </p:nvSpPr>
        <p:spPr>
          <a:xfrm rot="5400000">
            <a:off x="7851600" y="63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608;p45"/>
          <p:cNvSpPr/>
          <p:nvPr/>
        </p:nvSpPr>
        <p:spPr>
          <a:xfrm rot="5400000">
            <a:off x="816840" y="-10008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Google Shape;609;p45"/>
          <p:cNvSpPr/>
          <p:nvPr/>
        </p:nvSpPr>
        <p:spPr>
          <a:xfrm rot="5400000">
            <a:off x="1594080" y="4024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Google Shape;610;p45"/>
          <p:cNvSpPr/>
          <p:nvPr/>
        </p:nvSpPr>
        <p:spPr>
          <a:xfrm rot="5400000">
            <a:off x="1914480" y="54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Google Shape;611;p45"/>
          <p:cNvSpPr/>
          <p:nvPr/>
        </p:nvSpPr>
        <p:spPr>
          <a:xfrm rot="5400000">
            <a:off x="200592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Google Shape;612;p45"/>
          <p:cNvSpPr/>
          <p:nvPr/>
        </p:nvSpPr>
        <p:spPr>
          <a:xfrm rot="5400000">
            <a:off x="1823040" y="3567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Google Shape;613;p45"/>
          <p:cNvSpPr/>
          <p:nvPr/>
        </p:nvSpPr>
        <p:spPr>
          <a:xfrm rot="5400000">
            <a:off x="5529240" y="63972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Google Shape;614;p45"/>
          <p:cNvSpPr/>
          <p:nvPr/>
        </p:nvSpPr>
        <p:spPr>
          <a:xfrm rot="5400000">
            <a:off x="5390280" y="77832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Google Shape;615;p45"/>
          <p:cNvSpPr/>
          <p:nvPr/>
        </p:nvSpPr>
        <p:spPr>
          <a:xfrm rot="5400000">
            <a:off x="3957840" y="423720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Google Shape;616;p45"/>
          <p:cNvSpPr/>
          <p:nvPr/>
        </p:nvSpPr>
        <p:spPr>
          <a:xfrm rot="5400000">
            <a:off x="4278240" y="437472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Google Shape;617;p45"/>
          <p:cNvSpPr/>
          <p:nvPr/>
        </p:nvSpPr>
        <p:spPr>
          <a:xfrm rot="5400000">
            <a:off x="776016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619;p46"/>
          <p:cNvSpPr/>
          <p:nvPr/>
        </p:nvSpPr>
        <p:spPr>
          <a:xfrm rot="5400000">
            <a:off x="7918920" y="421308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Google Shape;620;p46"/>
          <p:cNvSpPr/>
          <p:nvPr/>
        </p:nvSpPr>
        <p:spPr>
          <a:xfrm rot="5400000">
            <a:off x="7571880" y="436968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Google Shape;621;p46"/>
          <p:cNvSpPr/>
          <p:nvPr/>
        </p:nvSpPr>
        <p:spPr>
          <a:xfrm rot="5400000">
            <a:off x="8637480" y="464580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Google Shape;622;p46"/>
          <p:cNvSpPr/>
          <p:nvPr/>
        </p:nvSpPr>
        <p:spPr>
          <a:xfrm rot="5400000">
            <a:off x="7432920" y="45082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Google Shape;623;p46"/>
          <p:cNvSpPr/>
          <p:nvPr/>
        </p:nvSpPr>
        <p:spPr>
          <a:xfrm rot="5400000">
            <a:off x="759240" y="45936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Google Shape;624;p46"/>
          <p:cNvSpPr/>
          <p:nvPr/>
        </p:nvSpPr>
        <p:spPr>
          <a:xfrm rot="5400000">
            <a:off x="667800" y="45021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Google Shape;625;p46"/>
          <p:cNvSpPr/>
          <p:nvPr/>
        </p:nvSpPr>
        <p:spPr>
          <a:xfrm rot="5400000">
            <a:off x="576360" y="4697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Google Shape;626;p46"/>
          <p:cNvSpPr/>
          <p:nvPr/>
        </p:nvSpPr>
        <p:spPr>
          <a:xfrm rot="5400000">
            <a:off x="7241040" y="45082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Google Shape;627;p46"/>
          <p:cNvSpPr/>
          <p:nvPr/>
        </p:nvSpPr>
        <p:spPr>
          <a:xfrm rot="5400000">
            <a:off x="7149960" y="459972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Google Shape;628;p46"/>
          <p:cNvSpPr/>
          <p:nvPr/>
        </p:nvSpPr>
        <p:spPr>
          <a:xfrm rot="5400000">
            <a:off x="8339760" y="3564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Google Shape;629;p46"/>
          <p:cNvSpPr/>
          <p:nvPr/>
        </p:nvSpPr>
        <p:spPr>
          <a:xfrm rot="5400000">
            <a:off x="8248320" y="4478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Google Shape;630;p46"/>
          <p:cNvSpPr/>
          <p:nvPr/>
        </p:nvSpPr>
        <p:spPr>
          <a:xfrm rot="5400000">
            <a:off x="816840" y="-10008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Google Shape;631;p46"/>
          <p:cNvSpPr/>
          <p:nvPr/>
        </p:nvSpPr>
        <p:spPr>
          <a:xfrm rot="5400000">
            <a:off x="1594080" y="4024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Google Shape;632;p46"/>
          <p:cNvSpPr/>
          <p:nvPr/>
        </p:nvSpPr>
        <p:spPr>
          <a:xfrm rot="5400000">
            <a:off x="1914480" y="54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Google Shape;633;p46"/>
          <p:cNvSpPr/>
          <p:nvPr/>
        </p:nvSpPr>
        <p:spPr>
          <a:xfrm rot="5400000">
            <a:off x="200592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Google Shape;634;p46"/>
          <p:cNvSpPr/>
          <p:nvPr/>
        </p:nvSpPr>
        <p:spPr>
          <a:xfrm rot="5400000">
            <a:off x="1823040" y="3567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Google Shape;635;p46"/>
          <p:cNvSpPr/>
          <p:nvPr/>
        </p:nvSpPr>
        <p:spPr>
          <a:xfrm rot="5400000">
            <a:off x="8156880" y="2660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2986560" y="1841760"/>
            <a:ext cx="5492520" cy="157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title"/>
          </p:nvPr>
        </p:nvSpPr>
        <p:spPr>
          <a:xfrm>
            <a:off x="1082160" y="186768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7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7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Google Shape;372;p28"/>
          <p:cNvSpPr/>
          <p:nvPr/>
        </p:nvSpPr>
        <p:spPr>
          <a:xfrm rot="5400000">
            <a:off x="8196480" y="398736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Google Shape;373;p28"/>
          <p:cNvSpPr/>
          <p:nvPr/>
        </p:nvSpPr>
        <p:spPr>
          <a:xfrm rot="5400000">
            <a:off x="8915040" y="44200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Google Shape;374;p28"/>
          <p:cNvSpPr/>
          <p:nvPr/>
        </p:nvSpPr>
        <p:spPr>
          <a:xfrm rot="5400000">
            <a:off x="816840" y="-10980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Google Shape;375;p28"/>
          <p:cNvSpPr/>
          <p:nvPr/>
        </p:nvSpPr>
        <p:spPr>
          <a:xfrm rot="5400000">
            <a:off x="1594080" y="3927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Google Shape;376;p28"/>
          <p:cNvSpPr/>
          <p:nvPr/>
        </p:nvSpPr>
        <p:spPr>
          <a:xfrm rot="5400000">
            <a:off x="1914480" y="5302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Google Shape;377;p28"/>
          <p:cNvSpPr/>
          <p:nvPr/>
        </p:nvSpPr>
        <p:spPr>
          <a:xfrm rot="5400000">
            <a:off x="2005920" y="4388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Google Shape;378;p28"/>
          <p:cNvSpPr/>
          <p:nvPr/>
        </p:nvSpPr>
        <p:spPr>
          <a:xfrm rot="5400000">
            <a:off x="1823040" y="3474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4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720000" y="1370160"/>
            <a:ext cx="7703640" cy="319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Google Shape;382;p29"/>
          <p:cNvSpPr/>
          <p:nvPr/>
        </p:nvSpPr>
        <p:spPr>
          <a:xfrm rot="5400000">
            <a:off x="93960" y="6843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Google Shape;383;p29"/>
          <p:cNvSpPr/>
          <p:nvPr/>
        </p:nvSpPr>
        <p:spPr>
          <a:xfrm rot="5400000">
            <a:off x="649440" y="6912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Google Shape;384;p29"/>
          <p:cNvSpPr/>
          <p:nvPr/>
        </p:nvSpPr>
        <p:spPr>
          <a:xfrm rot="5400000">
            <a:off x="420480" y="7365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Google Shape;385;p29"/>
          <p:cNvSpPr/>
          <p:nvPr/>
        </p:nvSpPr>
        <p:spPr>
          <a:xfrm rot="5400000">
            <a:off x="83232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Google Shape;386;p29"/>
          <p:cNvSpPr/>
          <p:nvPr/>
        </p:nvSpPr>
        <p:spPr>
          <a:xfrm rot="5400000">
            <a:off x="7408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Google Shape;387;p29"/>
          <p:cNvSpPr/>
          <p:nvPr/>
        </p:nvSpPr>
        <p:spPr>
          <a:xfrm rot="5400000">
            <a:off x="8880120" y="60912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Google Shape;388;p29"/>
          <p:cNvSpPr/>
          <p:nvPr/>
        </p:nvSpPr>
        <p:spPr>
          <a:xfrm rot="5400000">
            <a:off x="8568000" y="64404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Google Shape;389;p29"/>
          <p:cNvSpPr/>
          <p:nvPr/>
        </p:nvSpPr>
        <p:spPr>
          <a:xfrm rot="5400000">
            <a:off x="842904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Google Shape;390;p29"/>
          <p:cNvSpPr/>
          <p:nvPr/>
        </p:nvSpPr>
        <p:spPr>
          <a:xfrm rot="5400000">
            <a:off x="823716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Google Shape;391;p29"/>
          <p:cNvSpPr/>
          <p:nvPr/>
        </p:nvSpPr>
        <p:spPr>
          <a:xfrm rot="5400000">
            <a:off x="85204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5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Google Shape;398;p30"/>
          <p:cNvSpPr/>
          <p:nvPr/>
        </p:nvSpPr>
        <p:spPr>
          <a:xfrm rot="5400000">
            <a:off x="8879400" y="57456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Google Shape;399;p30"/>
          <p:cNvSpPr/>
          <p:nvPr/>
        </p:nvSpPr>
        <p:spPr>
          <a:xfrm rot="5400000">
            <a:off x="8479080" y="79272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Google Shape;400;p30"/>
          <p:cNvSpPr/>
          <p:nvPr/>
        </p:nvSpPr>
        <p:spPr>
          <a:xfrm rot="5400000">
            <a:off x="98280" y="6501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Google Shape;401;p30"/>
          <p:cNvSpPr/>
          <p:nvPr/>
        </p:nvSpPr>
        <p:spPr>
          <a:xfrm rot="5400000">
            <a:off x="43992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Google Shape;402;p30"/>
          <p:cNvSpPr/>
          <p:nvPr/>
        </p:nvSpPr>
        <p:spPr>
          <a:xfrm rot="5400000">
            <a:off x="210960" y="51912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403;p30"/>
          <p:cNvSpPr/>
          <p:nvPr/>
        </p:nvSpPr>
        <p:spPr>
          <a:xfrm rot="5400000">
            <a:off x="714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Google Shape;404;p30"/>
          <p:cNvSpPr/>
          <p:nvPr/>
        </p:nvSpPr>
        <p:spPr>
          <a:xfrm rot="5400000">
            <a:off x="53136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Google Shape;405;p30"/>
          <p:cNvSpPr/>
          <p:nvPr/>
        </p:nvSpPr>
        <p:spPr>
          <a:xfrm rot="5400000">
            <a:off x="834048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Google Shape;406;p30"/>
          <p:cNvSpPr/>
          <p:nvPr/>
        </p:nvSpPr>
        <p:spPr>
          <a:xfrm rot="5400000">
            <a:off x="8706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Google Shape;407;p30"/>
          <p:cNvSpPr/>
          <p:nvPr/>
        </p:nvSpPr>
        <p:spPr>
          <a:xfrm rot="5400000">
            <a:off x="852336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Google Shape;408;p30"/>
          <p:cNvSpPr/>
          <p:nvPr/>
        </p:nvSpPr>
        <p:spPr>
          <a:xfrm rot="5400000">
            <a:off x="622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Google Shape;409;p30"/>
          <p:cNvSpPr/>
          <p:nvPr/>
        </p:nvSpPr>
        <p:spPr>
          <a:xfrm rot="5400000">
            <a:off x="2880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Google Shape;410;p30"/>
          <p:cNvSpPr/>
          <p:nvPr/>
        </p:nvSpPr>
        <p:spPr>
          <a:xfrm rot="5400000">
            <a:off x="8614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4491000" y="1576080"/>
            <a:ext cx="3939120" cy="298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pic"/>
          </p:nvPr>
        </p:nvSpPr>
        <p:spPr>
          <a:xfrm>
            <a:off x="720000" y="1374480"/>
            <a:ext cx="3232440" cy="3232440"/>
          </a:xfrm>
          <a:prstGeom prst="rect">
            <a:avLst/>
          </a:prstGeom>
          <a:noFill/>
          <a:ln w="9525">
            <a:solidFill>
              <a:srgbClr val="ED218F"/>
            </a:solidFill>
            <a:round/>
          </a:ln>
        </p:spPr>
        <p:txBody>
          <a:bodyPr lIns="90000" tIns="45000" rIns="90000" bIns="45000" anchor="t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Google Shape;415;p31"/>
          <p:cNvSpPr/>
          <p:nvPr/>
        </p:nvSpPr>
        <p:spPr>
          <a:xfrm rot="5400000">
            <a:off x="93960" y="6843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Google Shape;416;p31"/>
          <p:cNvSpPr/>
          <p:nvPr/>
        </p:nvSpPr>
        <p:spPr>
          <a:xfrm rot="5400000">
            <a:off x="649440" y="6912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Google Shape;417;p31"/>
          <p:cNvSpPr/>
          <p:nvPr/>
        </p:nvSpPr>
        <p:spPr>
          <a:xfrm rot="5400000">
            <a:off x="420480" y="73656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Google Shape;418;p31"/>
          <p:cNvSpPr/>
          <p:nvPr/>
        </p:nvSpPr>
        <p:spPr>
          <a:xfrm rot="5400000">
            <a:off x="83232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Google Shape;419;p31"/>
          <p:cNvSpPr/>
          <p:nvPr/>
        </p:nvSpPr>
        <p:spPr>
          <a:xfrm rot="5400000">
            <a:off x="7408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Google Shape;420;p31"/>
          <p:cNvSpPr/>
          <p:nvPr/>
        </p:nvSpPr>
        <p:spPr>
          <a:xfrm rot="5400000">
            <a:off x="8880120" y="60912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Google Shape;421;p31"/>
          <p:cNvSpPr/>
          <p:nvPr/>
        </p:nvSpPr>
        <p:spPr>
          <a:xfrm rot="5400000">
            <a:off x="8568000" y="64404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Google Shape;422;p31"/>
          <p:cNvSpPr/>
          <p:nvPr/>
        </p:nvSpPr>
        <p:spPr>
          <a:xfrm rot="5400000">
            <a:off x="842904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Google Shape;423;p31"/>
          <p:cNvSpPr/>
          <p:nvPr/>
        </p:nvSpPr>
        <p:spPr>
          <a:xfrm rot="5400000">
            <a:off x="8237160" y="782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Google Shape;424;p31"/>
          <p:cNvSpPr/>
          <p:nvPr/>
        </p:nvSpPr>
        <p:spPr>
          <a:xfrm rot="5400000">
            <a:off x="8520480" y="8740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988920" y="1307160"/>
            <a:ext cx="716580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7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7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Google Shape;427;p32"/>
          <p:cNvSpPr/>
          <p:nvPr/>
        </p:nvSpPr>
        <p:spPr>
          <a:xfrm rot="5400000">
            <a:off x="7918920" y="4170960"/>
            <a:ext cx="91080" cy="1048680"/>
          </a:xfrm>
          <a:custGeom>
            <a:avLst/>
            <a:gdLst>
              <a:gd name="textAreaLeft" fmla="*/ 0 w 91080"/>
              <a:gd name="textAreaRight" fmla="*/ 91440 w 91080"/>
              <a:gd name="textAreaTop" fmla="*/ 0 h 1048680"/>
              <a:gd name="textAreaBottom" fmla="*/ 1049040 h 10486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Google Shape;428;p32"/>
          <p:cNvSpPr/>
          <p:nvPr/>
        </p:nvSpPr>
        <p:spPr>
          <a:xfrm rot="5400000">
            <a:off x="8637480" y="46036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Google Shape;429;p32"/>
          <p:cNvSpPr/>
          <p:nvPr/>
        </p:nvSpPr>
        <p:spPr>
          <a:xfrm rot="5400000">
            <a:off x="816840" y="-100080"/>
            <a:ext cx="91080" cy="1188360"/>
          </a:xfrm>
          <a:custGeom>
            <a:avLst/>
            <a:gdLst>
              <a:gd name="textAreaLeft" fmla="*/ 0 w 91080"/>
              <a:gd name="textAreaRight" fmla="*/ 91440 w 9108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Google Shape;430;p32"/>
          <p:cNvSpPr/>
          <p:nvPr/>
        </p:nvSpPr>
        <p:spPr>
          <a:xfrm rot="5400000">
            <a:off x="1594080" y="40248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Google Shape;431;p32"/>
          <p:cNvSpPr/>
          <p:nvPr/>
        </p:nvSpPr>
        <p:spPr>
          <a:xfrm rot="5400000">
            <a:off x="1914480" y="54000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Google Shape;432;p32"/>
          <p:cNvSpPr/>
          <p:nvPr/>
        </p:nvSpPr>
        <p:spPr>
          <a:xfrm rot="5400000">
            <a:off x="2005920" y="4485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Google Shape;433;p32"/>
          <p:cNvSpPr/>
          <p:nvPr/>
        </p:nvSpPr>
        <p:spPr>
          <a:xfrm rot="5400000">
            <a:off x="1823040" y="35676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Google Shape;438;p33"/>
          <p:cNvSpPr/>
          <p:nvPr/>
        </p:nvSpPr>
        <p:spPr>
          <a:xfrm rot="5400000">
            <a:off x="8879400" y="574560"/>
            <a:ext cx="91080" cy="437760"/>
          </a:xfrm>
          <a:custGeom>
            <a:avLst/>
            <a:gdLst>
              <a:gd name="textAreaLeft" fmla="*/ 0 w 91080"/>
              <a:gd name="textAreaRight" fmla="*/ 91440 w 91080"/>
              <a:gd name="textAreaTop" fmla="*/ 0 h 437760"/>
              <a:gd name="textAreaBottom" fmla="*/ 438120 h 43776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Google Shape;439;p33"/>
          <p:cNvSpPr/>
          <p:nvPr/>
        </p:nvSpPr>
        <p:spPr>
          <a:xfrm rot="5400000">
            <a:off x="8479080" y="792720"/>
            <a:ext cx="91080" cy="185400"/>
          </a:xfrm>
          <a:custGeom>
            <a:avLst/>
            <a:gdLst>
              <a:gd name="textAreaLeft" fmla="*/ 0 w 91080"/>
              <a:gd name="textAreaRight" fmla="*/ 91440 w 91080"/>
              <a:gd name="textAreaTop" fmla="*/ 0 h 185400"/>
              <a:gd name="textAreaBottom" fmla="*/ 185760 h 18540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Google Shape;440;p33"/>
          <p:cNvSpPr/>
          <p:nvPr/>
        </p:nvSpPr>
        <p:spPr>
          <a:xfrm rot="5400000">
            <a:off x="98280" y="650160"/>
            <a:ext cx="91080" cy="287280"/>
          </a:xfrm>
          <a:custGeom>
            <a:avLst/>
            <a:gdLst>
              <a:gd name="textAreaLeft" fmla="*/ 0 w 91080"/>
              <a:gd name="textAreaRight" fmla="*/ 91440 w 910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9052" h="1095565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Google Shape;441;p33"/>
          <p:cNvSpPr/>
          <p:nvPr/>
        </p:nvSpPr>
        <p:spPr>
          <a:xfrm rot="5400000">
            <a:off x="43992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Google Shape;442;p33"/>
          <p:cNvSpPr/>
          <p:nvPr/>
        </p:nvSpPr>
        <p:spPr>
          <a:xfrm rot="5400000">
            <a:off x="210960" y="519120"/>
            <a:ext cx="91080" cy="365760"/>
          </a:xfrm>
          <a:custGeom>
            <a:avLst/>
            <a:gdLst>
              <a:gd name="textAreaLeft" fmla="*/ 0 w 91080"/>
              <a:gd name="textAreaRight" fmla="*/ 91440 w 91080"/>
              <a:gd name="textAreaTop" fmla="*/ 0 h 365760"/>
              <a:gd name="textAreaBottom" fmla="*/ 366120 h 365760"/>
            </a:gdLst>
            <a:ahLst/>
            <a:cxnLst/>
            <a:rect l="textAreaLeft" t="textAreaTop" r="textAreaRight" b="textAreaBottom"/>
            <a:pathLst>
              <a:path w="39052" h="219455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Google Shape;443;p33"/>
          <p:cNvSpPr/>
          <p:nvPr/>
        </p:nvSpPr>
        <p:spPr>
          <a:xfrm rot="5400000">
            <a:off x="714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Google Shape;444;p33"/>
          <p:cNvSpPr/>
          <p:nvPr/>
        </p:nvSpPr>
        <p:spPr>
          <a:xfrm rot="5400000">
            <a:off x="53136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Google Shape;445;p33"/>
          <p:cNvSpPr/>
          <p:nvPr/>
        </p:nvSpPr>
        <p:spPr>
          <a:xfrm rot="5400000">
            <a:off x="834048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Google Shape;446;p33"/>
          <p:cNvSpPr/>
          <p:nvPr/>
        </p:nvSpPr>
        <p:spPr>
          <a:xfrm rot="5400000">
            <a:off x="8706240" y="7484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Google Shape;447;p33"/>
          <p:cNvSpPr/>
          <p:nvPr/>
        </p:nvSpPr>
        <p:spPr>
          <a:xfrm rot="5400000">
            <a:off x="8523360" y="65664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Google Shape;448;p33"/>
          <p:cNvSpPr/>
          <p:nvPr/>
        </p:nvSpPr>
        <p:spPr>
          <a:xfrm rot="5400000">
            <a:off x="622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Google Shape;449;p33"/>
          <p:cNvSpPr/>
          <p:nvPr/>
        </p:nvSpPr>
        <p:spPr>
          <a:xfrm rot="5400000">
            <a:off x="2880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48386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Google Shape;450;p33"/>
          <p:cNvSpPr/>
          <p:nvPr/>
        </p:nvSpPr>
        <p:spPr>
          <a:xfrm rot="5400000">
            <a:off x="8614800" y="839880"/>
            <a:ext cx="91080" cy="91080"/>
          </a:xfrm>
          <a:custGeom>
            <a:avLst/>
            <a:gdLst>
              <a:gd name="textAreaLeft" fmla="*/ 0 w 91080"/>
              <a:gd name="textAreaRight" fmla="*/ 91440 w 9108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39052" h="67341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">
    <p:bg>
      <p:bgPr>
        <a:gradFill rotWithShape="0">
          <a:gsLst>
            <a:gs pos="0">
              <a:srgbClr val="3C134D"/>
            </a:gs>
            <a:gs pos="81000">
              <a:srgbClr val="251242"/>
            </a:gs>
            <a:gs pos="100000">
              <a:srgbClr val="0E103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pic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title"/>
          </p:nvPr>
        </p:nvSpPr>
        <p:spPr>
          <a:xfrm>
            <a:off x="713520" y="3628440"/>
            <a:ext cx="7717320" cy="940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YBER_TIT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638;p48"/>
          <p:cNvSpPr/>
          <p:nvPr/>
        </p:nvSpPr>
        <p:spPr>
          <a:xfrm>
            <a:off x="411480" y="502920"/>
            <a:ext cx="456840" cy="63720"/>
          </a:xfrm>
          <a:prstGeom prst="rect">
            <a:avLst/>
          </a:prstGeom>
          <a:solidFill>
            <a:srgbClr val="EE2A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Google Shape;639;p48"/>
          <p:cNvSpPr/>
          <p:nvPr/>
        </p:nvSpPr>
        <p:spPr>
          <a:xfrm>
            <a:off x="868680" y="502920"/>
            <a:ext cx="273960" cy="63720"/>
          </a:xfrm>
          <a:prstGeom prst="rect">
            <a:avLst/>
          </a:prstGeom>
          <a:solidFill>
            <a:srgbClr val="2BC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Google Shape;640;p48"/>
          <p:cNvSpPr/>
          <p:nvPr/>
        </p:nvSpPr>
        <p:spPr>
          <a:xfrm>
            <a:off x="713160" y="347400"/>
            <a:ext cx="91080" cy="91080"/>
          </a:xfrm>
          <a:prstGeom prst="rect">
            <a:avLst/>
          </a:prstGeom>
          <a:solidFill>
            <a:srgbClr val="EE2A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Google Shape;641;p48"/>
          <p:cNvSpPr/>
          <p:nvPr/>
        </p:nvSpPr>
        <p:spPr>
          <a:xfrm>
            <a:off x="1188720" y="621720"/>
            <a:ext cx="72720" cy="72720"/>
          </a:xfrm>
          <a:prstGeom prst="rect">
            <a:avLst/>
          </a:prstGeom>
          <a:solidFill>
            <a:srgbClr val="2BC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36360" rIns="36360" bIns="3636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Google Shape;642;p48"/>
          <p:cNvSpPr/>
          <p:nvPr/>
        </p:nvSpPr>
        <p:spPr>
          <a:xfrm>
            <a:off x="8001000" y="502920"/>
            <a:ext cx="273960" cy="63720"/>
          </a:xfrm>
          <a:prstGeom prst="rect">
            <a:avLst/>
          </a:prstGeom>
          <a:solidFill>
            <a:srgbClr val="2BC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Google Shape;643;p48"/>
          <p:cNvSpPr/>
          <p:nvPr/>
        </p:nvSpPr>
        <p:spPr>
          <a:xfrm>
            <a:off x="8275320" y="502920"/>
            <a:ext cx="456840" cy="63720"/>
          </a:xfrm>
          <a:prstGeom prst="rect">
            <a:avLst/>
          </a:prstGeom>
          <a:solidFill>
            <a:srgbClr val="EE2A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Google Shape;644;p48"/>
          <p:cNvSpPr/>
          <p:nvPr/>
        </p:nvSpPr>
        <p:spPr>
          <a:xfrm>
            <a:off x="8339400" y="347400"/>
            <a:ext cx="91080" cy="91080"/>
          </a:xfrm>
          <a:prstGeom prst="rect">
            <a:avLst/>
          </a:prstGeom>
          <a:solidFill>
            <a:srgbClr val="EE2A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Google Shape;645;p48"/>
          <p:cNvSpPr/>
          <p:nvPr/>
        </p:nvSpPr>
        <p:spPr>
          <a:xfrm>
            <a:off x="7882200" y="621720"/>
            <a:ext cx="72720" cy="72720"/>
          </a:xfrm>
          <a:prstGeom prst="rect">
            <a:avLst/>
          </a:prstGeom>
          <a:solidFill>
            <a:srgbClr val="2BC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36360" rIns="36360" bIns="3636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YBER_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647;p49"/>
          <p:cNvSpPr/>
          <p:nvPr/>
        </p:nvSpPr>
        <p:spPr>
          <a:xfrm>
            <a:off x="411480" y="502920"/>
            <a:ext cx="456840" cy="63720"/>
          </a:xfrm>
          <a:prstGeom prst="rect">
            <a:avLst/>
          </a:prstGeom>
          <a:solidFill>
            <a:srgbClr val="EE2A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Google Shape;648;p49"/>
          <p:cNvSpPr/>
          <p:nvPr/>
        </p:nvSpPr>
        <p:spPr>
          <a:xfrm>
            <a:off x="868680" y="502920"/>
            <a:ext cx="273960" cy="63720"/>
          </a:xfrm>
          <a:prstGeom prst="rect">
            <a:avLst/>
          </a:prstGeom>
          <a:solidFill>
            <a:srgbClr val="2BC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Google Shape;649;p49"/>
          <p:cNvSpPr/>
          <p:nvPr/>
        </p:nvSpPr>
        <p:spPr>
          <a:xfrm>
            <a:off x="713160" y="347400"/>
            <a:ext cx="91080" cy="91080"/>
          </a:xfrm>
          <a:prstGeom prst="rect">
            <a:avLst/>
          </a:prstGeom>
          <a:solidFill>
            <a:srgbClr val="EE2A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Google Shape;650;p49"/>
          <p:cNvSpPr/>
          <p:nvPr/>
        </p:nvSpPr>
        <p:spPr>
          <a:xfrm>
            <a:off x="1188720" y="621720"/>
            <a:ext cx="72720" cy="72720"/>
          </a:xfrm>
          <a:prstGeom prst="rect">
            <a:avLst/>
          </a:prstGeom>
          <a:solidFill>
            <a:srgbClr val="2BC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36360" rIns="36360" bIns="3636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Google Shape;651;p49"/>
          <p:cNvSpPr/>
          <p:nvPr/>
        </p:nvSpPr>
        <p:spPr>
          <a:xfrm>
            <a:off x="8001000" y="502920"/>
            <a:ext cx="273960" cy="63720"/>
          </a:xfrm>
          <a:prstGeom prst="rect">
            <a:avLst/>
          </a:prstGeom>
          <a:solidFill>
            <a:srgbClr val="2BC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Google Shape;652;p49"/>
          <p:cNvSpPr/>
          <p:nvPr/>
        </p:nvSpPr>
        <p:spPr>
          <a:xfrm>
            <a:off x="8275320" y="502920"/>
            <a:ext cx="456840" cy="63720"/>
          </a:xfrm>
          <a:prstGeom prst="rect">
            <a:avLst/>
          </a:prstGeom>
          <a:solidFill>
            <a:srgbClr val="EE2A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Google Shape;653;p49"/>
          <p:cNvSpPr/>
          <p:nvPr/>
        </p:nvSpPr>
        <p:spPr>
          <a:xfrm>
            <a:off x="8339400" y="347400"/>
            <a:ext cx="91080" cy="91080"/>
          </a:xfrm>
          <a:prstGeom prst="rect">
            <a:avLst/>
          </a:prstGeom>
          <a:solidFill>
            <a:srgbClr val="EE2A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Google Shape;654;p49"/>
          <p:cNvSpPr/>
          <p:nvPr/>
        </p:nvSpPr>
        <p:spPr>
          <a:xfrm>
            <a:off x="7882200" y="621720"/>
            <a:ext cx="72720" cy="72720"/>
          </a:xfrm>
          <a:prstGeom prst="rect">
            <a:avLst/>
          </a:prstGeom>
          <a:solidFill>
            <a:srgbClr val="2BC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360" tIns="36360" rIns="36360" bIns="3636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2"/>
    <p:sldLayoutId id="2147483696" r:id="rId3"/>
    <p:sldLayoutId id="214748369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5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Russo One"/>
                <a:ea typeface="Russo One"/>
              </a:rPr>
              <a:t>Dirty COW: the kernel's copy-on-write race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Box 2"/>
          <p:cNvSpPr/>
          <p:nvPr/>
        </p:nvSpPr>
        <p:spPr>
          <a:xfrm>
            <a:off x="722520" y="1188720"/>
            <a:ext cx="7698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Arial"/>
              </a:rPr>
              <a:t>A read-only private map must never change the file behind it. A kernel race broke that rule.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Rectangle 3"/>
          <p:cNvSpPr/>
          <p:nvPr/>
        </p:nvSpPr>
        <p:spPr>
          <a:xfrm>
            <a:off x="722520" y="1783080"/>
            <a:ext cx="5028840" cy="2102760"/>
          </a:xfrm>
          <a:prstGeom prst="rect">
            <a:avLst/>
          </a:prstGeom>
          <a:solidFill>
            <a:srgbClr val="0B0F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4"/>
          <p:cNvSpPr/>
          <p:nvPr/>
        </p:nvSpPr>
        <p:spPr>
          <a:xfrm>
            <a:off x="960120" y="2011680"/>
            <a:ext cx="46630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E6EDF7"/>
                </a:solidFill>
                <a:effectLst/>
                <a:uFillTx/>
                <a:latin typeface="Roboto"/>
                <a:ea typeface="Arial"/>
              </a:rPr>
              <a:t>fd = open("/zzz", O_RDONLY)   /* no write right */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E6EDF7"/>
                </a:solidFill>
                <a:effectLst/>
                <a:uFillTx/>
                <a:latin typeface="Roboto"/>
                <a:ea typeface="Arial"/>
              </a:rPr>
              <a:t>map = mmap(fd, PROT_READ, MAP_PRIVATE)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E6EDF7"/>
                </a:solidFill>
                <a:effectLst/>
                <a:uFillTx/>
                <a:latin typeface="Roboto"/>
                <a:ea typeface="Arial"/>
              </a:rPr>
              <a:t>pwrite("/proc/self/mem", data, addr)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E6EDF7"/>
                </a:solidFill>
                <a:effectLst/>
                <a:uFillTx/>
                <a:latin typeface="Roboto"/>
                <a:ea typeface="Arial"/>
              </a:rPr>
              <a:t>madvise(map, MADV_DONTNEED)   /* repeat */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E6EDF7"/>
                </a:solidFill>
                <a:effectLst/>
                <a:uFillTx/>
                <a:latin typeface="Roboto"/>
                <a:ea typeface="Arial"/>
              </a:rPr>
              <a:t>/* the kernel loses the private copy */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26" name="Connector 5"/>
          <p:cNvCxnSpPr/>
          <p:nvPr/>
        </p:nvCxnSpPr>
        <p:spPr>
          <a:xfrm>
            <a:off x="5751360" y="2139480"/>
            <a:ext cx="238320" cy="360"/>
          </a:xfrm>
          <a:prstGeom prst="straightConnector1">
            <a:avLst/>
          </a:prstGeom>
          <a:ln w="22225">
            <a:solidFill>
              <a:srgbClr val="29C7FE"/>
            </a:solidFill>
            <a:round/>
          </a:ln>
        </p:spPr>
      </p:cxnSp>
      <p:sp>
        <p:nvSpPr>
          <p:cNvPr id="527" name="TextBox 6"/>
          <p:cNvSpPr/>
          <p:nvPr/>
        </p:nvSpPr>
        <p:spPr>
          <a:xfrm>
            <a:off x="6035040" y="2030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29C7FE"/>
                </a:solidFill>
                <a:effectLst/>
                <a:uFillTx/>
                <a:latin typeface="Roboto"/>
                <a:ea typeface="Arial"/>
              </a:rPr>
              <a:t>We run as seed (UID 1000)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28" name="Connector 7"/>
          <p:cNvCxnSpPr/>
          <p:nvPr/>
        </p:nvCxnSpPr>
        <p:spPr>
          <a:xfrm>
            <a:off x="5751360" y="3154680"/>
            <a:ext cx="238320" cy="360"/>
          </a:xfrm>
          <a:prstGeom prst="straightConnector1">
            <a:avLst/>
          </a:prstGeom>
          <a:ln w="22225">
            <a:solidFill>
              <a:srgbClr val="ED218F"/>
            </a:solidFill>
            <a:round/>
          </a:ln>
        </p:spPr>
      </p:cxnSp>
      <p:sp>
        <p:nvSpPr>
          <p:cNvPr id="529" name="TextBox 8"/>
          <p:cNvSpPr/>
          <p:nvPr/>
        </p:nvSpPr>
        <p:spPr>
          <a:xfrm>
            <a:off x="6035040" y="3044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ED218F"/>
                </a:solidFill>
                <a:effectLst/>
                <a:uFillTx/>
                <a:latin typeface="Roboto"/>
                <a:ea typeface="Arial"/>
              </a:rPr>
              <a:t>Kernel bug: file bytes change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Box 9"/>
          <p:cNvSpPr/>
          <p:nvPr/>
        </p:nvSpPr>
        <p:spPr>
          <a:xfrm>
            <a:off x="722520" y="4114800"/>
            <a:ext cx="7698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Arial"/>
              </a:rPr>
              <a:t>Nothing here opens the file for writing - the race is inside the kernel's copy-on-write code (CVE-2016-5195).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Russo One"/>
                <a:ea typeface="Russo One"/>
              </a:rPr>
              <a:t>Live demonstration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2"/>
          <p:cNvSpPr/>
          <p:nvPr/>
        </p:nvSpPr>
        <p:spPr>
          <a:xfrm>
            <a:off x="722520" y="1188720"/>
            <a:ext cx="7698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Arial"/>
              </a:rPr>
              <a:t>/zzz belongs to root, mode 0644. Seed can read it - but never write it.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Rectangle 3"/>
          <p:cNvSpPr/>
          <p:nvPr/>
        </p:nvSpPr>
        <p:spPr>
          <a:xfrm>
            <a:off x="722520" y="1828800"/>
            <a:ext cx="2468520" cy="2697120"/>
          </a:xfrm>
          <a:prstGeom prst="rect">
            <a:avLst/>
          </a:prstGeom>
          <a:solidFill>
            <a:srgbClr val="161C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Box 4"/>
          <p:cNvSpPr/>
          <p:nvPr/>
        </p:nvSpPr>
        <p:spPr>
          <a:xfrm>
            <a:off x="923400" y="201168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00" b="0" u="none" strike="noStrike">
                <a:solidFill>
                  <a:srgbClr val="29C7FE"/>
                </a:solidFill>
                <a:effectLst/>
                <a:uFillTx/>
                <a:latin typeface="Roboto"/>
                <a:ea typeface="Arial"/>
              </a:rPr>
              <a:t>1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5"/>
          <p:cNvSpPr/>
          <p:nvPr/>
        </p:nvSpPr>
        <p:spPr>
          <a:xfrm>
            <a:off x="923400" y="265176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Arial"/>
              </a:rPr>
              <a:t>Show the file is protected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6"/>
          <p:cNvSpPr/>
          <p:nvPr/>
        </p:nvSpPr>
        <p:spPr>
          <a:xfrm>
            <a:off x="923400" y="347472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C9D3E3"/>
                </a:solidFill>
                <a:effectLst/>
                <a:uFillTx/>
                <a:latin typeface="Roboto"/>
                <a:ea typeface="Arial"/>
              </a:rPr>
              <a:t>cat /zzz shows the original. echo &gt; /zzz: Permission denied.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Rectangle 7"/>
          <p:cNvSpPr/>
          <p:nvPr/>
        </p:nvSpPr>
        <p:spPr>
          <a:xfrm>
            <a:off x="3337560" y="1828800"/>
            <a:ext cx="2468520" cy="2697120"/>
          </a:xfrm>
          <a:prstGeom prst="rect">
            <a:avLst/>
          </a:prstGeom>
          <a:solidFill>
            <a:srgbClr val="161C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8"/>
          <p:cNvSpPr/>
          <p:nvPr/>
        </p:nvSpPr>
        <p:spPr>
          <a:xfrm>
            <a:off x="3538800" y="201168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00" b="0" u="none" strike="noStrike">
                <a:solidFill>
                  <a:srgbClr val="29C7FE"/>
                </a:solidFill>
                <a:effectLst/>
                <a:uFillTx/>
                <a:latin typeface="Roboto"/>
                <a:ea typeface="Arial"/>
              </a:rPr>
              <a:t>2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9"/>
          <p:cNvSpPr/>
          <p:nvPr/>
        </p:nvSpPr>
        <p:spPr>
          <a:xfrm>
            <a:off x="3538800" y="265176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Arial"/>
              </a:rPr>
              <a:t>Normal copy-on-write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10"/>
          <p:cNvSpPr/>
          <p:nvPr/>
        </p:nvSpPr>
        <p:spPr>
          <a:xfrm>
            <a:off x="3538800" y="347472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C9D3E3"/>
                </a:solidFill>
                <a:effectLst/>
                <a:uFillTx/>
                <a:latin typeface="Roboto"/>
                <a:ea typeface="Arial"/>
              </a:rPr>
              <a:t>./cow_control changes its private copy only - the file stays the same.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Rectangle 11"/>
          <p:cNvSpPr/>
          <p:nvPr/>
        </p:nvSpPr>
        <p:spPr>
          <a:xfrm>
            <a:off x="5952600" y="1828800"/>
            <a:ext cx="2468520" cy="2697120"/>
          </a:xfrm>
          <a:prstGeom prst="rect">
            <a:avLst/>
          </a:prstGeom>
          <a:solidFill>
            <a:srgbClr val="161C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12"/>
          <p:cNvSpPr/>
          <p:nvPr/>
        </p:nvSpPr>
        <p:spPr>
          <a:xfrm>
            <a:off x="6153840" y="201168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400" b="0" u="none" strike="noStrike">
                <a:solidFill>
                  <a:srgbClr val="ED218F"/>
                </a:solidFill>
                <a:effectLst/>
                <a:uFillTx/>
                <a:latin typeface="Roboto"/>
                <a:ea typeface="Arial"/>
              </a:rPr>
              <a:t>3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Box 13"/>
          <p:cNvSpPr/>
          <p:nvPr/>
        </p:nvSpPr>
        <p:spPr>
          <a:xfrm>
            <a:off x="6153840" y="265176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Arial"/>
              </a:rPr>
              <a:t>Run the race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Box 14"/>
          <p:cNvSpPr/>
          <p:nvPr/>
        </p:nvSpPr>
        <p:spPr>
          <a:xfrm>
            <a:off x="6153840" y="347472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C9D3E3"/>
                </a:solidFill>
                <a:effectLst/>
                <a:uFillTx/>
                <a:latin typeface="Roboto"/>
                <a:ea typeface="Arial"/>
              </a:rPr>
              <a:t>bash run_trial.sh dummy 30 demo - it stops itself when /zzz changes.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15"/>
          <p:cNvSpPr/>
          <p:nvPr/>
        </p:nvSpPr>
        <p:spPr>
          <a:xfrm>
            <a:off x="722520" y="4617720"/>
            <a:ext cx="769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C9D3E3"/>
                </a:solidFill>
                <a:effectLst/>
                <a:uFillTx/>
                <a:latin typeface="Roboto"/>
                <a:ea typeface="Arial"/>
              </a:rPr>
              <a:t>If the race misses this time, the next slide shows the recorded 9 October run.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Russo One"/>
                <a:ea typeface="Russo One"/>
              </a:rPr>
              <a:t>Result: file changed, then uid 0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2"/>
          <p:cNvSpPr/>
          <p:nvPr/>
        </p:nvSpPr>
        <p:spPr>
          <a:xfrm>
            <a:off x="722520" y="1042560"/>
            <a:ext cx="7698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9C7FE"/>
                </a:solidFill>
                <a:effectLst/>
                <a:uFillTx/>
                <a:latin typeface="Roboto"/>
                <a:ea typeface="Arial"/>
              </a:rPr>
              <a:t>Task 1 - seed rewrote the root-owned file /zzz (recorded)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8" name="Picture 3" descr="task1-result.png"/>
          <p:cNvPicPr/>
          <p:nvPr/>
        </p:nvPicPr>
        <p:blipFill>
          <a:blip r:embed="rId1"/>
          <a:stretch/>
        </p:blipFill>
        <p:spPr>
          <a:xfrm>
            <a:off x="722520" y="1389960"/>
            <a:ext cx="7698960" cy="111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TextBox 4"/>
          <p:cNvSpPr/>
          <p:nvPr/>
        </p:nvSpPr>
        <p:spPr>
          <a:xfrm>
            <a:off x="722520" y="2615040"/>
            <a:ext cx="7698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9C7FE"/>
                </a:solidFill>
                <a:effectLst/>
                <a:uFillTx/>
                <a:latin typeface="Roboto"/>
                <a:ea typeface="Arial"/>
              </a:rPr>
              <a:t>Task 2 - charlie's UID 1001 -&gt; 0000; fresh login without sudo gives uid 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0" name="Picture 5" descr="task2-uid0.png"/>
          <p:cNvPicPr/>
          <p:nvPr/>
        </p:nvPicPr>
        <p:blipFill>
          <a:blip r:embed="rId2"/>
          <a:stretch/>
        </p:blipFill>
        <p:spPr>
          <a:xfrm>
            <a:off x="722520" y="2962800"/>
            <a:ext cx="7698960" cy="150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TextBox 6"/>
          <p:cNvSpPr/>
          <p:nvPr/>
        </p:nvSpPr>
        <p:spPr>
          <a:xfrm>
            <a:off x="722520" y="4498920"/>
            <a:ext cx="7698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C9D3E3"/>
                </a:solidFill>
                <a:effectLst/>
                <a:uFillTx/>
                <a:latin typeface="Roboto"/>
                <a:ea typeface="Arial"/>
              </a:rPr>
              <a:t>Recorded 9 Oct 2026 - one bounded 30 s run each, 0 s elapsed.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C9D3E3"/>
                </a:solidFill>
                <a:effectLst/>
                <a:uFillTx/>
                <a:latin typeface="Roboto"/>
                <a:ea typeface="Arial"/>
              </a:rPr>
              <a:t>First su attempt failed, retry succeeded. After the demo the account was restored to UID 1001.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Russo One"/>
                <a:ea typeface="Russo One"/>
              </a:rPr>
              <a:t>Countermeasures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Rectangle 2"/>
          <p:cNvSpPr/>
          <p:nvPr/>
        </p:nvSpPr>
        <p:spPr>
          <a:xfrm>
            <a:off x="722520" y="1078920"/>
            <a:ext cx="2468520" cy="2377080"/>
          </a:xfrm>
          <a:prstGeom prst="rect">
            <a:avLst/>
          </a:prstGeom>
          <a:solidFill>
            <a:srgbClr val="161C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Box 3"/>
          <p:cNvSpPr/>
          <p:nvPr/>
        </p:nvSpPr>
        <p:spPr>
          <a:xfrm>
            <a:off x="923400" y="12618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9C7FE"/>
                </a:solidFill>
                <a:effectLst/>
                <a:uFillTx/>
                <a:latin typeface="Roboto"/>
                <a:ea typeface="Arial"/>
              </a:rPr>
              <a:t>PATCH THE KERNEL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Box 4"/>
          <p:cNvSpPr/>
          <p:nvPr/>
        </p:nvSpPr>
        <p:spPr>
          <a:xfrm>
            <a:off x="923400" y="158184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Russo One"/>
                <a:ea typeface="Arial"/>
              </a:rPr>
              <a:t>Fixed 2016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Box 5"/>
          <p:cNvSpPr/>
          <p:nvPr/>
        </p:nvSpPr>
        <p:spPr>
          <a:xfrm>
            <a:off x="923400" y="208476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C9D3E3"/>
                </a:solidFill>
                <a:effectLst/>
                <a:uFillTx/>
                <a:latin typeface="Roboto"/>
                <a:ea typeface="Arial"/>
              </a:rPr>
              <a:t>Upstream fix landed in October 2016.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6"/>
          <p:cNvSpPr/>
          <p:nvPr/>
        </p:nvSpPr>
        <p:spPr>
          <a:xfrm>
            <a:off x="923400" y="2615040"/>
            <a:ext cx="2102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Arial"/>
              </a:rPr>
              <a:t>Supported distros ship it. Our VM keeps the old kernel to demo the bug.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Rectangle 7"/>
          <p:cNvSpPr/>
          <p:nvPr/>
        </p:nvSpPr>
        <p:spPr>
          <a:xfrm>
            <a:off x="3337560" y="1078920"/>
            <a:ext cx="2468520" cy="2377080"/>
          </a:xfrm>
          <a:prstGeom prst="rect">
            <a:avLst/>
          </a:prstGeom>
          <a:solidFill>
            <a:srgbClr val="161C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Box 8"/>
          <p:cNvSpPr/>
          <p:nvPr/>
        </p:nvSpPr>
        <p:spPr>
          <a:xfrm>
            <a:off x="3538800" y="12618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9C7FE"/>
                </a:solidFill>
                <a:effectLst/>
                <a:uFillTx/>
                <a:latin typeface="Roboto"/>
                <a:ea typeface="Arial"/>
              </a:rPr>
              <a:t>STAY UPDATED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9"/>
          <p:cNvSpPr/>
          <p:nvPr/>
        </p:nvSpPr>
        <p:spPr>
          <a:xfrm>
            <a:off x="3538800" y="158184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Russo One"/>
                <a:ea typeface="Arial"/>
              </a:rPr>
              <a:t>Update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10"/>
          <p:cNvSpPr/>
          <p:nvPr/>
        </p:nvSpPr>
        <p:spPr>
          <a:xfrm>
            <a:off x="3538800" y="208476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C9D3E3"/>
                </a:solidFill>
                <a:effectLst/>
                <a:uFillTx/>
                <a:latin typeface="Roboto"/>
                <a:ea typeface="Arial"/>
              </a:rPr>
              <a:t>A fix only helps when the fixed kernel is actually running.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Box 11"/>
          <p:cNvSpPr/>
          <p:nvPr/>
        </p:nvSpPr>
        <p:spPr>
          <a:xfrm>
            <a:off x="3538800" y="2615040"/>
            <a:ext cx="2102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Arial"/>
              </a:rPr>
              <a:t>Update and reboot. Retire end-of-life releases like this 12.04 VM.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Rectangle 12"/>
          <p:cNvSpPr/>
          <p:nvPr/>
        </p:nvSpPr>
        <p:spPr>
          <a:xfrm>
            <a:off x="5952600" y="1078920"/>
            <a:ext cx="2468520" cy="2377080"/>
          </a:xfrm>
          <a:prstGeom prst="rect">
            <a:avLst/>
          </a:prstGeom>
          <a:solidFill>
            <a:srgbClr val="161C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Box 13"/>
          <p:cNvSpPr/>
          <p:nvPr/>
        </p:nvSpPr>
        <p:spPr>
          <a:xfrm>
            <a:off x="6153840" y="12618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9C7FE"/>
                </a:solidFill>
                <a:effectLst/>
                <a:uFillTx/>
                <a:latin typeface="Roboto"/>
                <a:ea typeface="Arial"/>
              </a:rPr>
              <a:t>LIMIT &amp; MONITOR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Box 14"/>
          <p:cNvSpPr/>
          <p:nvPr/>
        </p:nvSpPr>
        <p:spPr>
          <a:xfrm>
            <a:off x="6153840" y="158184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Russo One"/>
                <a:ea typeface="Arial"/>
              </a:rPr>
              <a:t>Watch uid 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15"/>
          <p:cNvSpPr/>
          <p:nvPr/>
        </p:nvSpPr>
        <p:spPr>
          <a:xfrm>
            <a:off x="6153840" y="208476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C9D3E3"/>
                </a:solidFill>
                <a:effectLst/>
                <a:uFillTx/>
                <a:latin typeface="Roboto"/>
                <a:ea typeface="Arial"/>
              </a:rPr>
              <a:t>Fewer local users, fewer chances to race.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Box 16"/>
          <p:cNvSpPr/>
          <p:nvPr/>
        </p:nvSpPr>
        <p:spPr>
          <a:xfrm>
            <a:off x="6153840" y="2615040"/>
            <a:ext cx="2102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Arial"/>
              </a:rPr>
              <a:t>Baseline /etc/passwd; alert on new UID-0 entries and strange logins.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Rectangle 17"/>
          <p:cNvSpPr/>
          <p:nvPr/>
        </p:nvSpPr>
        <p:spPr>
          <a:xfrm>
            <a:off x="722520" y="4654440"/>
            <a:ext cx="72720" cy="30132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18"/>
          <p:cNvSpPr/>
          <p:nvPr/>
        </p:nvSpPr>
        <p:spPr>
          <a:xfrm>
            <a:off x="1005840" y="46544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Arial"/>
              </a:rPr>
              <a:t>Private memory must stay private - the kernel fix is the real defence.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yber Minitheme by Slidesgo">
  <a:themeElements>
    <a:clrScheme name="Simple Light">
      <a:dk1>
        <a:srgbClr val="FFFFFF"/>
      </a:dk1>
      <a:lt1>
        <a:srgbClr val="191919"/>
      </a:lt1>
      <a:dk2>
        <a:srgbClr val="E7E6E6"/>
      </a:dk2>
      <a:lt2>
        <a:srgbClr val="2D3847"/>
      </a:lt2>
      <a:accent1>
        <a:srgbClr val="3C134D"/>
      </a:accent1>
      <a:accent2>
        <a:srgbClr val="7F3F98"/>
      </a:accent2>
      <a:accent3>
        <a:srgbClr val="ED218F"/>
      </a:accent3>
      <a:accent4>
        <a:srgbClr val="0E1037"/>
      </a:accent4>
      <a:accent5>
        <a:srgbClr val="163A63"/>
      </a:accent5>
      <a:accent6>
        <a:srgbClr val="29C7FE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yber Minitheme by Slidesgo">
  <a:themeElements>
    <a:clrScheme name="Simple Light">
      <a:dk1>
        <a:srgbClr val="FFFFFF"/>
      </a:dk1>
      <a:lt1>
        <a:srgbClr val="191919"/>
      </a:lt1>
      <a:dk2>
        <a:srgbClr val="E7E6E6"/>
      </a:dk2>
      <a:lt2>
        <a:srgbClr val="2D3847"/>
      </a:lt2>
      <a:accent1>
        <a:srgbClr val="3C134D"/>
      </a:accent1>
      <a:accent2>
        <a:srgbClr val="7F3F98"/>
      </a:accent2>
      <a:accent3>
        <a:srgbClr val="ED218F"/>
      </a:accent3>
      <a:accent4>
        <a:srgbClr val="0E1037"/>
      </a:accent4>
      <a:accent5>
        <a:srgbClr val="163A63"/>
      </a:accent5>
      <a:accent6>
        <a:srgbClr val="29C7FE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yber Group 1">
  <a:themeElements>
    <a:clrScheme name="Cyber Group 1">
      <a:dk1>
        <a:srgbClr val="0B0A2E"/>
      </a:dk1>
      <a:lt1>
        <a:srgbClr val="FFFFFF"/>
      </a:lt1>
      <a:dk2>
        <a:srgbClr val="1C1352"/>
      </a:dk2>
      <a:lt2>
        <a:srgbClr val="D6C8E6"/>
      </a:lt2>
      <a:accent1>
        <a:srgbClr val="2BC6FF"/>
      </a:accent1>
      <a:accent2>
        <a:srgbClr val="EE2A8F"/>
      </a:accent2>
      <a:accent3>
        <a:srgbClr val="7B4FD6"/>
      </a:accent3>
      <a:accent4>
        <a:srgbClr val="D6C8E6"/>
      </a:accent4>
      <a:accent5>
        <a:srgbClr val="3C1156"/>
      </a:accent5>
      <a:accent6>
        <a:srgbClr val="0F0E3A"/>
      </a:accent6>
      <a:hlink>
        <a:srgbClr val="2BC6FF"/>
      </a:hlink>
      <a:folHlink>
        <a:srgbClr val="EE2A8F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LibreOffice/26.8.1.1$Linux_X86_64 LibreOffice_project/680$Build-1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2026-10-21T16:39:38Z</dcterms:modified>
  <cp:revision>1</cp:revision>
  <dc:subject/>
  <dc:title/>
</cp:coreProperties>
</file>