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  <p:sldMasterId id="2147483696" r:id="rId5"/>
    <p:sldMasterId id="2147483697" r:id="rId6"/>
  </p:sldMasterIdLst>
  <p:notesMasterIdLst>
    <p:notesMasterId r:id="rId7"/>
  </p:notesMasterIdLst>
  <p:sldIdLst>
    <p:sldId id="307" r:id="rId70"/>
    <p:sldId id="308" r:id="rId71"/>
    <p:sldId id="309" r:id="rId72"/>
    <p:sldId id="310" r:id="rId73"/>
  </p:sldIdLst>
  <p:sldSz cy="5143500" cx="9144000"/>
  <p:notesSz cx="6858000" cy="9144000"/>
  <p:embeddedFontLst>
    <p:embeddedFont>
      <p:font typeface="Roboto"/>
      <p:regular r:id="rId59"/>
      <p:bold r:id="rId60"/>
      <p:italic r:id="rId61"/>
      <p:boldItalic r:id="rId62"/>
    </p:embeddedFont>
    <p:embeddedFont>
      <p:font typeface="Proxima Nova"/>
      <p:regular r:id="rId63"/>
      <p:bold r:id="rId64"/>
      <p:italic r:id="rId65"/>
      <p:boldItalic r:id="rId66"/>
    </p:embeddedFont>
    <p:embeddedFont>
      <p:font typeface="Russo One"/>
      <p:regular r:id="rId67"/>
    </p:embeddedFont>
    <p:embeddedFont>
      <p:font typeface="Space Grotesk"/>
      <p:regular r:id="rId68"/>
      <p:bold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F5F033-BF0B-4492-AA63-D4A9614A0893}">
  <a:tblStyle styleId="{64F5F033-BF0B-4492-AA63-D4A9614A08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59" Type="http://schemas.openxmlformats.org/officeDocument/2006/relationships/font" Target="fonts/Roboto-regular.fntdata"/><Relationship Id="rId60" Type="http://schemas.openxmlformats.org/officeDocument/2006/relationships/font" Target="fonts/Roboto-bold.fntdata"/><Relationship Id="rId61" Type="http://schemas.openxmlformats.org/officeDocument/2006/relationships/font" Target="fonts/Roboto-italic.fntdata"/><Relationship Id="rId62" Type="http://schemas.openxmlformats.org/officeDocument/2006/relationships/font" Target="fonts/Roboto-boldItalic.fntdata"/><Relationship Id="rId63" Type="http://schemas.openxmlformats.org/officeDocument/2006/relationships/font" Target="fonts/ProximaNova-regular.fntdata"/><Relationship Id="rId64" Type="http://schemas.openxmlformats.org/officeDocument/2006/relationships/font" Target="fonts/ProximaNova-bold.fntdata"/><Relationship Id="rId65" Type="http://schemas.openxmlformats.org/officeDocument/2006/relationships/font" Target="fonts/ProximaNova-italic.fntdata"/><Relationship Id="rId66" Type="http://schemas.openxmlformats.org/officeDocument/2006/relationships/font" Target="fonts/ProximaNova-boldItalic.fntdata"/><Relationship Id="rId67" Type="http://schemas.openxmlformats.org/officeDocument/2006/relationships/font" Target="fonts/RussoOne-regular.fntdata"/><Relationship Id="rId68" Type="http://schemas.openxmlformats.org/officeDocument/2006/relationships/font" Target="fonts/SpaceGrotesk-regular.fntdata"/><Relationship Id="rId69" Type="http://schemas.openxmlformats.org/officeDocument/2006/relationships/font" Target="fonts/SpaceGrotesk-bold.fntdata"/><Relationship Id="rId70" Type="http://schemas.openxmlformats.org/officeDocument/2006/relationships/slide" Target="slides/slide52.xml"/><Relationship Id="rId71" Type="http://schemas.openxmlformats.org/officeDocument/2006/relationships/slide" Target="slides/slide53.xml"/><Relationship Id="rId72" Type="http://schemas.openxmlformats.org/officeDocument/2006/relationships/slide" Target="slides/slide54.xml"/><Relationship Id="rId73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Member 6 - Dirty COW (CVE-2016-5195).</a:t>
            </a:r>
          </a:p>
          <a:p>
            <a:r>
              <a:t>Member 5's race was inside a root-owned program; this one is inside the kernel itself.</a:t>
            </a:r>
          </a:p>
          <a:p>
            <a:r>
              <a:t>Walk through the four lines, then switch to the live demo.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demo in the SEED VM as seed (VM: ISSD-Member6-SEED12).</a:t>
            </a:r>
          </a:p>
          <a:p>
            <a:r>
              <a:t>Prep script already created /zzz before class - see Member6/live-demo/DEMO_SCRIPT.md.</a:t>
            </a:r>
          </a:p>
          <a:p>
            <a:r>
              <a:t>Type the six commands slowly; every one is on the demo cheat-sheet.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Both are real runs from 9 October (evidence retained with hashes).</a:t>
            </a:r>
          </a:p>
          <a:p>
            <a:r>
              <a:t>Task 1: whole file became 111111******333333, root:root 0644 kept.</a:t>
            </a:r>
          </a:p>
          <a:p>
            <a:r>
              <a:t>Task 2: only the four UID digits changed; id -u printed 0, whoami root.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defences: patch, update, limit, monitor.</a:t>
            </a:r>
          </a:p>
          <a:p>
            <a:r>
              <a:t>Deleting the spare template slides was this member's job as the last presenter.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36125" y="1185500"/>
            <a:ext cx="7071900" cy="218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677750" y="3457600"/>
            <a:ext cx="5788500" cy="393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" name="Google Shape;12;p2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" name="Google Shape;13;p2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" name="Google Shape;14;p2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" name="Google Shape;15;p2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" name="Google Shape;16;p2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" name="Google Shape;17;p2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2986550" y="1841900"/>
            <a:ext cx="5493000" cy="1579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1082250" y="1867588"/>
            <a:ext cx="1268400" cy="1269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3300200" y="3421400"/>
            <a:ext cx="5179500" cy="4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/>
          <p:nvPr/>
        </p:nvSpPr>
        <p:spPr>
          <a:xfrm rot="5400000">
            <a:off x="8196035" y="398736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" name="Google Shape;23;p3"/>
          <p:cNvSpPr/>
          <p:nvPr/>
        </p:nvSpPr>
        <p:spPr>
          <a:xfrm rot="5400000">
            <a:off x="8914812" y="442038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" name="Google Shape;24;p3"/>
          <p:cNvSpPr/>
          <p:nvPr/>
        </p:nvSpPr>
        <p:spPr>
          <a:xfrm rot="5400000">
            <a:off x="816619" y="-109685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" name="Google Shape;25;p3"/>
          <p:cNvSpPr/>
          <p:nvPr/>
        </p:nvSpPr>
        <p:spPr>
          <a:xfrm rot="5400000">
            <a:off x="1593927" y="393197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" name="Google Shape;26;p3"/>
          <p:cNvSpPr/>
          <p:nvPr/>
        </p:nvSpPr>
        <p:spPr>
          <a:xfrm rot="5400000">
            <a:off x="1914062" y="530409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" name="Google Shape;27;p3"/>
          <p:cNvSpPr/>
          <p:nvPr/>
        </p:nvSpPr>
        <p:spPr>
          <a:xfrm rot="5400000">
            <a:off x="2005512" y="438934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" name="Google Shape;28;p3"/>
          <p:cNvSpPr/>
          <p:nvPr/>
        </p:nvSpPr>
        <p:spPr>
          <a:xfrm rot="5400000">
            <a:off x="1822612" y="347459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720000" y="1370025"/>
            <a:ext cx="7704000" cy="31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32" name="Google Shape;32;p4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" name="Google Shape;33;p4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" name="Google Shape;34;p4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" name="Google Shape;35;p4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" name="Google Shape;36;p4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" name="Google Shape;37;p4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" name="Google Shape;38;p4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" name="Google Shape;39;p4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" name="Google Shape;40;p4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" name="Google Shape;41;p4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2399250" y="1448200"/>
            <a:ext cx="52545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2399250" y="3051625"/>
            <a:ext cx="52545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3" type="subTitle"/>
          </p:nvPr>
        </p:nvSpPr>
        <p:spPr>
          <a:xfrm>
            <a:off x="2399250" y="1814000"/>
            <a:ext cx="52545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4" type="subTitle"/>
          </p:nvPr>
        </p:nvSpPr>
        <p:spPr>
          <a:xfrm>
            <a:off x="2399250" y="3417425"/>
            <a:ext cx="52545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5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" name="Google Shape;49;p5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" name="Google Shape;50;p5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1" name="Google Shape;51;p5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" name="Google Shape;52;p5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3" name="Google Shape;53;p5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4" name="Google Shape;54;p5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" name="Google Shape;55;p5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" name="Google Shape;56;p5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" name="Google Shape;57;p5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8" name="Google Shape;58;p5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" name="Google Shape;59;p5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" name="Google Shape;60;p5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3" name="Google Shape;63;p6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4" name="Google Shape;64;p6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5" name="Google Shape;65;p6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6" name="Google Shape;66;p6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7" name="Google Shape;67;p6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" name="Google Shape;68;p6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9" name="Google Shape;69;p6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0" name="Google Shape;70;p6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1" name="Google Shape;71;p6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2" name="Google Shape;72;p6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4491100" y="1576150"/>
            <a:ext cx="3939600" cy="29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7"/>
          <p:cNvSpPr/>
          <p:nvPr>
            <p:ph idx="2" type="pic"/>
          </p:nvPr>
        </p:nvSpPr>
        <p:spPr>
          <a:xfrm>
            <a:off x="720000" y="1374425"/>
            <a:ext cx="3232800" cy="32328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7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8" name="Google Shape;78;p7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9" name="Google Shape;79;p7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0" name="Google Shape;80;p7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1" name="Google Shape;81;p7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2" name="Google Shape;82;p7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3" name="Google Shape;83;p7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4" name="Google Shape;84;p7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5" name="Google Shape;85;p7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6" name="Google Shape;86;p7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/>
          <p:nvPr>
            <p:ph type="title"/>
          </p:nvPr>
        </p:nvSpPr>
        <p:spPr>
          <a:xfrm>
            <a:off x="988975" y="1307100"/>
            <a:ext cx="71661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9" name="Google Shape;89;p8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0" name="Google Shape;90;p8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1" name="Google Shape;91;p8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2" name="Google Shape;92;p8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3" name="Google Shape;93;p8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4" name="Google Shape;94;p8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5" name="Google Shape;95;p8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 txBox="1"/>
          <p:nvPr>
            <p:ph idx="1" type="subTitle"/>
          </p:nvPr>
        </p:nvSpPr>
        <p:spPr>
          <a:xfrm>
            <a:off x="877589" y="1681900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2" type="subTitle"/>
          </p:nvPr>
        </p:nvSpPr>
        <p:spPr>
          <a:xfrm>
            <a:off x="4675336" y="1681900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1" name="Google Shape;101;p9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2" name="Google Shape;102;p9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3" name="Google Shape;103;p9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4" name="Google Shape;104;p9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5" name="Google Shape;105;p9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6" name="Google Shape;106;p9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7" name="Google Shape;107;p9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8" name="Google Shape;108;p9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9" name="Google Shape;109;p9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0" name="Google Shape;110;p9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1" name="Google Shape;111;p9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2" name="Google Shape;112;p9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/>
          <p:nvPr>
            <p:ph idx="2" type="pic"/>
          </p:nvPr>
        </p:nvSpPr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0"/>
          <p:cNvSpPr txBox="1"/>
          <p:nvPr>
            <p:ph type="title"/>
          </p:nvPr>
        </p:nvSpPr>
        <p:spPr>
          <a:xfrm>
            <a:off x="713375" y="3628600"/>
            <a:ext cx="7717500" cy="9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 txBox="1"/>
          <p:nvPr>
            <p:ph hasCustomPrompt="1" type="title"/>
          </p:nvPr>
        </p:nvSpPr>
        <p:spPr>
          <a:xfrm>
            <a:off x="1284000" y="1776700"/>
            <a:ext cx="6576000" cy="79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8" name="Google Shape;118;p11"/>
          <p:cNvSpPr txBox="1"/>
          <p:nvPr>
            <p:ph idx="1" type="subTitle"/>
          </p:nvPr>
        </p:nvSpPr>
        <p:spPr>
          <a:xfrm>
            <a:off x="1284000" y="313820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9" name="Google Shape;119;p11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0" name="Google Shape;120;p11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1" name="Google Shape;121;p11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2" name="Google Shape;122;p11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3" name="Google Shape;123;p11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4" name="Google Shape;124;p11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5" name="Google Shape;125;p11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0" name="Google Shape;130;p14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1" name="Google Shape;131;p14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2" name="Google Shape;132;p14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3" name="Google Shape;133;p14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4" name="Google Shape;134;p14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5" name="Google Shape;135;p14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6" name="Google Shape;136;p14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7" name="Google Shape;137;p14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4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14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0" name="Google Shape;140;p14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14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14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1510775" y="3995200"/>
            <a:ext cx="6122400" cy="6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5"/>
          <p:cNvSpPr txBox="1"/>
          <p:nvPr>
            <p:ph type="title"/>
          </p:nvPr>
        </p:nvSpPr>
        <p:spPr>
          <a:xfrm>
            <a:off x="7151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6" name="Google Shape;146;p15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7" name="Google Shape;147;p15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15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9" name="Google Shape;149;p15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0" name="Google Shape;150;p15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1" name="Google Shape;151;p15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2" name="Google Shape;152;p15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3" name="Google Shape;153;p15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4" name="Google Shape;154;p15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5" name="Google Shape;155;p15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idx="1" type="subTitle"/>
          </p:nvPr>
        </p:nvSpPr>
        <p:spPr>
          <a:xfrm>
            <a:off x="720000" y="3275725"/>
            <a:ext cx="24690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6"/>
          <p:cNvSpPr txBox="1"/>
          <p:nvPr>
            <p:ph idx="2" type="subTitle"/>
          </p:nvPr>
        </p:nvSpPr>
        <p:spPr>
          <a:xfrm>
            <a:off x="3337500" y="3274789"/>
            <a:ext cx="24690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6"/>
          <p:cNvSpPr txBox="1"/>
          <p:nvPr>
            <p:ph idx="3" type="subTitle"/>
          </p:nvPr>
        </p:nvSpPr>
        <p:spPr>
          <a:xfrm>
            <a:off x="5961725" y="3275725"/>
            <a:ext cx="24690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idx="4" type="subTitle"/>
          </p:nvPr>
        </p:nvSpPr>
        <p:spPr>
          <a:xfrm>
            <a:off x="720000" y="2904075"/>
            <a:ext cx="2469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5" type="subTitle"/>
          </p:nvPr>
        </p:nvSpPr>
        <p:spPr>
          <a:xfrm>
            <a:off x="5961725" y="2904075"/>
            <a:ext cx="2469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6" type="subTitle"/>
          </p:nvPr>
        </p:nvSpPr>
        <p:spPr>
          <a:xfrm>
            <a:off x="3337500" y="2904063"/>
            <a:ext cx="2469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164" name="Google Shape;164;p16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5" name="Google Shape;165;p16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p16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7" name="Google Shape;167;p16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8" name="Google Shape;168;p16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9" name="Google Shape;169;p16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0" name="Google Shape;170;p16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1" name="Google Shape;171;p16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2" name="Google Shape;172;p16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3" name="Google Shape;173;p16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2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6" name="Google Shape;176;p17"/>
          <p:cNvSpPr txBox="1"/>
          <p:nvPr>
            <p:ph hasCustomPrompt="1" idx="2" type="title"/>
          </p:nvPr>
        </p:nvSpPr>
        <p:spPr>
          <a:xfrm>
            <a:off x="771550" y="1658449"/>
            <a:ext cx="733500" cy="733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" name="Google Shape;177;p17"/>
          <p:cNvSpPr txBox="1"/>
          <p:nvPr>
            <p:ph hasCustomPrompt="1" idx="3" type="title"/>
          </p:nvPr>
        </p:nvSpPr>
        <p:spPr>
          <a:xfrm>
            <a:off x="772598" y="3244798"/>
            <a:ext cx="731400" cy="73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8" name="Google Shape;178;p17"/>
          <p:cNvSpPr txBox="1"/>
          <p:nvPr>
            <p:ph hasCustomPrompt="1" idx="4" type="title"/>
          </p:nvPr>
        </p:nvSpPr>
        <p:spPr>
          <a:xfrm>
            <a:off x="4735151" y="1659492"/>
            <a:ext cx="731400" cy="73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9" name="Google Shape;179;p17"/>
          <p:cNvSpPr txBox="1"/>
          <p:nvPr>
            <p:ph hasCustomPrompt="1" idx="5" type="title"/>
          </p:nvPr>
        </p:nvSpPr>
        <p:spPr>
          <a:xfrm>
            <a:off x="4735151" y="3244800"/>
            <a:ext cx="731400" cy="73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0" name="Google Shape;180;p17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1" name="Google Shape;181;p17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2" name="Google Shape;182;p17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3" name="Google Shape;183;p17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17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17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7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17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17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17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17"/>
          <p:cNvSpPr txBox="1"/>
          <p:nvPr>
            <p:ph idx="1" type="subTitle"/>
          </p:nvPr>
        </p:nvSpPr>
        <p:spPr>
          <a:xfrm>
            <a:off x="1653975" y="2259988"/>
            <a:ext cx="2521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7"/>
          <p:cNvSpPr txBox="1"/>
          <p:nvPr>
            <p:ph idx="6" type="subTitle"/>
          </p:nvPr>
        </p:nvSpPr>
        <p:spPr>
          <a:xfrm>
            <a:off x="5613775" y="2255438"/>
            <a:ext cx="2521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7"/>
          <p:cNvSpPr txBox="1"/>
          <p:nvPr>
            <p:ph idx="7" type="subTitle"/>
          </p:nvPr>
        </p:nvSpPr>
        <p:spPr>
          <a:xfrm>
            <a:off x="1654077" y="3847613"/>
            <a:ext cx="2521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7"/>
          <p:cNvSpPr txBox="1"/>
          <p:nvPr>
            <p:ph idx="8" type="subTitle"/>
          </p:nvPr>
        </p:nvSpPr>
        <p:spPr>
          <a:xfrm>
            <a:off x="5613775" y="3847613"/>
            <a:ext cx="2521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7"/>
          <p:cNvSpPr txBox="1"/>
          <p:nvPr>
            <p:ph idx="9" type="subTitle"/>
          </p:nvPr>
        </p:nvSpPr>
        <p:spPr>
          <a:xfrm>
            <a:off x="1703550" y="1609203"/>
            <a:ext cx="2834400" cy="76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195" name="Google Shape;195;p17"/>
          <p:cNvSpPr txBox="1"/>
          <p:nvPr>
            <p:ph idx="13" type="subTitle"/>
          </p:nvPr>
        </p:nvSpPr>
        <p:spPr>
          <a:xfrm>
            <a:off x="1703650" y="3196903"/>
            <a:ext cx="2834400" cy="76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196" name="Google Shape;196;p17"/>
          <p:cNvSpPr txBox="1"/>
          <p:nvPr>
            <p:ph idx="14" type="subTitle"/>
          </p:nvPr>
        </p:nvSpPr>
        <p:spPr>
          <a:xfrm>
            <a:off x="5613775" y="1604603"/>
            <a:ext cx="2834700" cy="76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197" name="Google Shape;197;p17"/>
          <p:cNvSpPr txBox="1"/>
          <p:nvPr>
            <p:ph idx="15" type="subTitle"/>
          </p:nvPr>
        </p:nvSpPr>
        <p:spPr>
          <a:xfrm>
            <a:off x="5663450" y="3196903"/>
            <a:ext cx="2834700" cy="76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>
            <p:ph idx="1" type="subTitle"/>
          </p:nvPr>
        </p:nvSpPr>
        <p:spPr>
          <a:xfrm>
            <a:off x="719975" y="22864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18"/>
          <p:cNvSpPr txBox="1"/>
          <p:nvPr>
            <p:ph idx="2" type="subTitle"/>
          </p:nvPr>
        </p:nvSpPr>
        <p:spPr>
          <a:xfrm>
            <a:off x="3419244" y="22864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8"/>
          <p:cNvSpPr txBox="1"/>
          <p:nvPr>
            <p:ph idx="3" type="subTitle"/>
          </p:nvPr>
        </p:nvSpPr>
        <p:spPr>
          <a:xfrm>
            <a:off x="719975" y="40246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8"/>
          <p:cNvSpPr txBox="1"/>
          <p:nvPr>
            <p:ph idx="4" type="subTitle"/>
          </p:nvPr>
        </p:nvSpPr>
        <p:spPr>
          <a:xfrm>
            <a:off x="3419244" y="40246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8"/>
          <p:cNvSpPr txBox="1"/>
          <p:nvPr>
            <p:ph idx="5" type="subTitle"/>
          </p:nvPr>
        </p:nvSpPr>
        <p:spPr>
          <a:xfrm>
            <a:off x="6118520" y="22864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8"/>
          <p:cNvSpPr txBox="1"/>
          <p:nvPr>
            <p:ph idx="6" type="subTitle"/>
          </p:nvPr>
        </p:nvSpPr>
        <p:spPr>
          <a:xfrm>
            <a:off x="6118520" y="40246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6" name="Google Shape;206;p18"/>
          <p:cNvSpPr txBox="1"/>
          <p:nvPr>
            <p:ph idx="7" type="subTitle"/>
          </p:nvPr>
        </p:nvSpPr>
        <p:spPr>
          <a:xfrm>
            <a:off x="719975" y="204702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8" type="subTitle"/>
          </p:nvPr>
        </p:nvSpPr>
        <p:spPr>
          <a:xfrm>
            <a:off x="3419244" y="204702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208" name="Google Shape;208;p18"/>
          <p:cNvSpPr txBox="1"/>
          <p:nvPr>
            <p:ph idx="9" type="subTitle"/>
          </p:nvPr>
        </p:nvSpPr>
        <p:spPr>
          <a:xfrm>
            <a:off x="6118520" y="204702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3" type="subTitle"/>
          </p:nvPr>
        </p:nvSpPr>
        <p:spPr>
          <a:xfrm>
            <a:off x="719975" y="378527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idx="14" type="subTitle"/>
          </p:nvPr>
        </p:nvSpPr>
        <p:spPr>
          <a:xfrm>
            <a:off x="3419250" y="378527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15" type="subTitle"/>
          </p:nvPr>
        </p:nvSpPr>
        <p:spPr>
          <a:xfrm>
            <a:off x="6118525" y="378527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212" name="Google Shape;212;p18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p18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4" name="Google Shape;214;p18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5" name="Google Shape;215;p18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6" name="Google Shape;216;p18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7" name="Google Shape;217;p18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8" name="Google Shape;218;p18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9" name="Google Shape;219;p18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0" name="Google Shape;220;p18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1" name="Google Shape;221;p18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2" name="Google Shape;222;p18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3" name="Google Shape;223;p18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4" name="Google Shape;224;p18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 txBox="1"/>
          <p:nvPr>
            <p:ph hasCustomPrompt="1" type="title"/>
          </p:nvPr>
        </p:nvSpPr>
        <p:spPr>
          <a:xfrm>
            <a:off x="1848000" y="2858566"/>
            <a:ext cx="5448000" cy="75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27" name="Google Shape;227;p19"/>
          <p:cNvSpPr txBox="1"/>
          <p:nvPr>
            <p:ph idx="1" type="subTitle"/>
          </p:nvPr>
        </p:nvSpPr>
        <p:spPr>
          <a:xfrm>
            <a:off x="1848000" y="3613363"/>
            <a:ext cx="5448000" cy="30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9"/>
          <p:cNvSpPr txBox="1"/>
          <p:nvPr>
            <p:ph hasCustomPrompt="1" idx="2" type="title"/>
          </p:nvPr>
        </p:nvSpPr>
        <p:spPr>
          <a:xfrm>
            <a:off x="1407675" y="1192025"/>
            <a:ext cx="3562200" cy="75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29" name="Google Shape;229;p19"/>
          <p:cNvSpPr txBox="1"/>
          <p:nvPr>
            <p:ph idx="3" type="subTitle"/>
          </p:nvPr>
        </p:nvSpPr>
        <p:spPr>
          <a:xfrm>
            <a:off x="5214675" y="1192025"/>
            <a:ext cx="2548200" cy="754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9"/>
          <p:cNvSpPr/>
          <p:nvPr/>
        </p:nvSpPr>
        <p:spPr>
          <a:xfrm rot="5400000">
            <a:off x="7918485" y="4213238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1" name="Google Shape;231;p19"/>
          <p:cNvSpPr/>
          <p:nvPr/>
        </p:nvSpPr>
        <p:spPr>
          <a:xfrm rot="5400000">
            <a:off x="7571468" y="436968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2" name="Google Shape;232;p19"/>
          <p:cNvSpPr/>
          <p:nvPr/>
        </p:nvSpPr>
        <p:spPr>
          <a:xfrm rot="5400000">
            <a:off x="8637262" y="4646259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3" name="Google Shape;233;p19"/>
          <p:cNvSpPr/>
          <p:nvPr/>
        </p:nvSpPr>
        <p:spPr>
          <a:xfrm rot="5400000">
            <a:off x="7432576" y="45083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4" name="Google Shape;234;p19"/>
          <p:cNvSpPr/>
          <p:nvPr/>
        </p:nvSpPr>
        <p:spPr>
          <a:xfrm rot="5400000">
            <a:off x="758937" y="45936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5" name="Google Shape;235;p19"/>
          <p:cNvSpPr/>
          <p:nvPr/>
        </p:nvSpPr>
        <p:spPr>
          <a:xfrm rot="5400000">
            <a:off x="667487" y="45022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6" name="Google Shape;236;p19"/>
          <p:cNvSpPr/>
          <p:nvPr/>
        </p:nvSpPr>
        <p:spPr>
          <a:xfrm rot="5400000">
            <a:off x="576037" y="46974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7" name="Google Shape;237;p19"/>
          <p:cNvSpPr/>
          <p:nvPr/>
        </p:nvSpPr>
        <p:spPr>
          <a:xfrm rot="5400000">
            <a:off x="7240851" y="45083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8" name="Google Shape;238;p19"/>
          <p:cNvSpPr/>
          <p:nvPr/>
        </p:nvSpPr>
        <p:spPr>
          <a:xfrm rot="5400000">
            <a:off x="7149426" y="45998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9" name="Google Shape;239;p19"/>
          <p:cNvSpPr/>
          <p:nvPr/>
        </p:nvSpPr>
        <p:spPr>
          <a:xfrm rot="5400000">
            <a:off x="8339326" y="3563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0" name="Google Shape;240;p19"/>
          <p:cNvSpPr/>
          <p:nvPr/>
        </p:nvSpPr>
        <p:spPr>
          <a:xfrm rot="5400000">
            <a:off x="8247901" y="447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1" name="Google Shape;241;p19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2" name="Google Shape;242;p19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3" name="Google Shape;243;p19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4" name="Google Shape;244;p19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5" name="Google Shape;245;p19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46" name="Google Shape;246;p19"/>
          <p:cNvSpPr/>
          <p:nvPr/>
        </p:nvSpPr>
        <p:spPr>
          <a:xfrm rot="5400000">
            <a:off x="8156476" y="2660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 txBox="1"/>
          <p:nvPr>
            <p:ph type="title"/>
          </p:nvPr>
        </p:nvSpPr>
        <p:spPr>
          <a:xfrm>
            <a:off x="1384400" y="540000"/>
            <a:ext cx="6375300" cy="1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9" name="Google Shape;249;p20"/>
          <p:cNvSpPr txBox="1"/>
          <p:nvPr>
            <p:ph idx="1" type="subTitle"/>
          </p:nvPr>
        </p:nvSpPr>
        <p:spPr>
          <a:xfrm>
            <a:off x="2099050" y="1771800"/>
            <a:ext cx="4945800" cy="1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2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12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20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2" name="Google Shape;252;p20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3" name="Google Shape;253;p20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4" name="Google Shape;254;p20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5" name="Google Shape;255;p20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6" name="Google Shape;256;p20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7" name="Google Shape;257;p20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0" name="Google Shape;260;p21"/>
          <p:cNvSpPr/>
          <p:nvPr/>
        </p:nvSpPr>
        <p:spPr>
          <a:xfrm rot="5400000">
            <a:off x="7571468" y="43274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1" name="Google Shape;261;p21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2" name="Google Shape;262;p21"/>
          <p:cNvSpPr/>
          <p:nvPr/>
        </p:nvSpPr>
        <p:spPr>
          <a:xfrm rot="5400000">
            <a:off x="7432576" y="44661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3" name="Google Shape;263;p21"/>
          <p:cNvSpPr/>
          <p:nvPr/>
        </p:nvSpPr>
        <p:spPr>
          <a:xfrm rot="5400000">
            <a:off x="1548137" y="4094184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4" name="Google Shape;264;p21"/>
          <p:cNvSpPr/>
          <p:nvPr/>
        </p:nvSpPr>
        <p:spPr>
          <a:xfrm rot="5400000">
            <a:off x="1456687" y="4002709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5" name="Google Shape;265;p21"/>
          <p:cNvSpPr/>
          <p:nvPr/>
        </p:nvSpPr>
        <p:spPr>
          <a:xfrm rot="5400000">
            <a:off x="1365237" y="4197984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6" name="Google Shape;266;p21"/>
          <p:cNvSpPr/>
          <p:nvPr/>
        </p:nvSpPr>
        <p:spPr>
          <a:xfrm rot="5400000">
            <a:off x="7240851" y="44661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7" name="Google Shape;267;p21"/>
          <p:cNvSpPr/>
          <p:nvPr/>
        </p:nvSpPr>
        <p:spPr>
          <a:xfrm rot="5400000">
            <a:off x="7149426" y="45576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8" name="Google Shape;268;p21"/>
          <p:cNvSpPr/>
          <p:nvPr/>
        </p:nvSpPr>
        <p:spPr>
          <a:xfrm rot="5400000">
            <a:off x="7942526" y="5387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9" name="Google Shape;269;p21"/>
          <p:cNvSpPr/>
          <p:nvPr/>
        </p:nvSpPr>
        <p:spPr>
          <a:xfrm rot="5400000">
            <a:off x="7851101" y="6301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0" name="Google Shape;270;p21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1" name="Google Shape;271;p21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2" name="Google Shape;272;p21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3" name="Google Shape;273;p21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4" name="Google Shape;274;p21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5" name="Google Shape;275;p21"/>
          <p:cNvSpPr/>
          <p:nvPr/>
        </p:nvSpPr>
        <p:spPr>
          <a:xfrm rot="5400000">
            <a:off x="5528643" y="639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6" name="Google Shape;276;p21"/>
          <p:cNvSpPr/>
          <p:nvPr/>
        </p:nvSpPr>
        <p:spPr>
          <a:xfrm rot="5400000">
            <a:off x="5389751" y="7782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7" name="Google Shape;277;p21"/>
          <p:cNvSpPr/>
          <p:nvPr/>
        </p:nvSpPr>
        <p:spPr>
          <a:xfrm rot="5400000">
            <a:off x="3957552" y="423743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8" name="Google Shape;278;p21"/>
          <p:cNvSpPr/>
          <p:nvPr/>
        </p:nvSpPr>
        <p:spPr>
          <a:xfrm rot="5400000">
            <a:off x="4277687" y="43746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9" name="Google Shape;279;p21"/>
          <p:cNvSpPr/>
          <p:nvPr/>
        </p:nvSpPr>
        <p:spPr>
          <a:xfrm rot="5400000">
            <a:off x="7759676" y="4484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/>
          <p:nvPr/>
        </p:nvSpPr>
        <p:spPr>
          <a:xfrm rot="5400000">
            <a:off x="7918485" y="4213238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2" name="Google Shape;282;p22"/>
          <p:cNvSpPr/>
          <p:nvPr/>
        </p:nvSpPr>
        <p:spPr>
          <a:xfrm rot="5400000">
            <a:off x="7571468" y="436968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3" name="Google Shape;283;p22"/>
          <p:cNvSpPr/>
          <p:nvPr/>
        </p:nvSpPr>
        <p:spPr>
          <a:xfrm rot="5400000">
            <a:off x="8637262" y="4646259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4" name="Google Shape;284;p22"/>
          <p:cNvSpPr/>
          <p:nvPr/>
        </p:nvSpPr>
        <p:spPr>
          <a:xfrm rot="5400000">
            <a:off x="7432576" y="45083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5" name="Google Shape;285;p22"/>
          <p:cNvSpPr/>
          <p:nvPr/>
        </p:nvSpPr>
        <p:spPr>
          <a:xfrm rot="5400000">
            <a:off x="758937" y="45936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6" name="Google Shape;286;p22"/>
          <p:cNvSpPr/>
          <p:nvPr/>
        </p:nvSpPr>
        <p:spPr>
          <a:xfrm rot="5400000">
            <a:off x="667487" y="45022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7" name="Google Shape;287;p22"/>
          <p:cNvSpPr/>
          <p:nvPr/>
        </p:nvSpPr>
        <p:spPr>
          <a:xfrm rot="5400000">
            <a:off x="576037" y="46974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8" name="Google Shape;288;p22"/>
          <p:cNvSpPr/>
          <p:nvPr/>
        </p:nvSpPr>
        <p:spPr>
          <a:xfrm rot="5400000">
            <a:off x="7240851" y="45083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9" name="Google Shape;289;p22"/>
          <p:cNvSpPr/>
          <p:nvPr/>
        </p:nvSpPr>
        <p:spPr>
          <a:xfrm rot="5400000">
            <a:off x="7149426" y="45998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0" name="Google Shape;290;p22"/>
          <p:cNvSpPr/>
          <p:nvPr/>
        </p:nvSpPr>
        <p:spPr>
          <a:xfrm rot="5400000">
            <a:off x="8339326" y="3563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1" name="Google Shape;291;p22"/>
          <p:cNvSpPr/>
          <p:nvPr/>
        </p:nvSpPr>
        <p:spPr>
          <a:xfrm rot="5400000">
            <a:off x="8247901" y="447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2" name="Google Shape;292;p22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3" name="Google Shape;293;p22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4" name="Google Shape;294;p22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5" name="Google Shape;295;p22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6" name="Google Shape;296;p22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7" name="Google Shape;297;p22"/>
          <p:cNvSpPr/>
          <p:nvPr/>
        </p:nvSpPr>
        <p:spPr>
          <a:xfrm rot="5400000">
            <a:off x="8156476" y="2660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3"/>
          <p:cNvSpPr txBox="1"/>
          <p:nvPr>
            <p:ph idx="1" type="subTitle"/>
          </p:nvPr>
        </p:nvSpPr>
        <p:spPr>
          <a:xfrm>
            <a:off x="720000" y="3275725"/>
            <a:ext cx="24690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23"/>
          <p:cNvSpPr txBox="1"/>
          <p:nvPr>
            <p:ph idx="2" type="subTitle"/>
          </p:nvPr>
        </p:nvSpPr>
        <p:spPr>
          <a:xfrm>
            <a:off x="3337500" y="3274789"/>
            <a:ext cx="24690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23"/>
          <p:cNvSpPr txBox="1"/>
          <p:nvPr>
            <p:ph idx="3" type="subTitle"/>
          </p:nvPr>
        </p:nvSpPr>
        <p:spPr>
          <a:xfrm>
            <a:off x="5961725" y="3275725"/>
            <a:ext cx="24690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3" name="Google Shape;303;p23"/>
          <p:cNvSpPr txBox="1"/>
          <p:nvPr>
            <p:ph idx="4" type="subTitle"/>
          </p:nvPr>
        </p:nvSpPr>
        <p:spPr>
          <a:xfrm>
            <a:off x="720000" y="2904075"/>
            <a:ext cx="2469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04" name="Google Shape;304;p23"/>
          <p:cNvSpPr txBox="1"/>
          <p:nvPr>
            <p:ph idx="5" type="subTitle"/>
          </p:nvPr>
        </p:nvSpPr>
        <p:spPr>
          <a:xfrm>
            <a:off x="5961725" y="2904075"/>
            <a:ext cx="2469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05" name="Google Shape;305;p23"/>
          <p:cNvSpPr txBox="1"/>
          <p:nvPr>
            <p:ph idx="6" type="subTitle"/>
          </p:nvPr>
        </p:nvSpPr>
        <p:spPr>
          <a:xfrm>
            <a:off x="3337500" y="2904063"/>
            <a:ext cx="2469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06" name="Google Shape;306;p23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07" name="Google Shape;307;p23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08" name="Google Shape;308;p23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09" name="Google Shape;309;p23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10" name="Google Shape;310;p23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11" name="Google Shape;311;p23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12" name="Google Shape;312;p23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13" name="Google Shape;313;p23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14" name="Google Shape;314;p23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15" name="Google Shape;315;p23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BLANK_1_1_1_1_1_2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"/>
          <p:cNvSpPr txBox="1"/>
          <p:nvPr>
            <p:ph idx="1" type="subTitle"/>
          </p:nvPr>
        </p:nvSpPr>
        <p:spPr>
          <a:xfrm>
            <a:off x="719975" y="22864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24"/>
          <p:cNvSpPr txBox="1"/>
          <p:nvPr>
            <p:ph idx="2" type="subTitle"/>
          </p:nvPr>
        </p:nvSpPr>
        <p:spPr>
          <a:xfrm>
            <a:off x="3419244" y="22864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24"/>
          <p:cNvSpPr txBox="1"/>
          <p:nvPr>
            <p:ph idx="3" type="subTitle"/>
          </p:nvPr>
        </p:nvSpPr>
        <p:spPr>
          <a:xfrm>
            <a:off x="719975" y="40246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4"/>
          <p:cNvSpPr txBox="1"/>
          <p:nvPr>
            <p:ph idx="4" type="subTitle"/>
          </p:nvPr>
        </p:nvSpPr>
        <p:spPr>
          <a:xfrm>
            <a:off x="3419244" y="40246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24"/>
          <p:cNvSpPr txBox="1"/>
          <p:nvPr>
            <p:ph idx="5" type="subTitle"/>
          </p:nvPr>
        </p:nvSpPr>
        <p:spPr>
          <a:xfrm>
            <a:off x="6118520" y="22864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24"/>
          <p:cNvSpPr txBox="1"/>
          <p:nvPr>
            <p:ph idx="6" type="subTitle"/>
          </p:nvPr>
        </p:nvSpPr>
        <p:spPr>
          <a:xfrm>
            <a:off x="6118520" y="40246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4" name="Google Shape;324;p24"/>
          <p:cNvSpPr txBox="1"/>
          <p:nvPr>
            <p:ph idx="7" type="subTitle"/>
          </p:nvPr>
        </p:nvSpPr>
        <p:spPr>
          <a:xfrm>
            <a:off x="719975" y="204702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25" name="Google Shape;325;p24"/>
          <p:cNvSpPr txBox="1"/>
          <p:nvPr>
            <p:ph idx="8" type="subTitle"/>
          </p:nvPr>
        </p:nvSpPr>
        <p:spPr>
          <a:xfrm>
            <a:off x="3419244" y="204702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26" name="Google Shape;326;p24"/>
          <p:cNvSpPr txBox="1"/>
          <p:nvPr>
            <p:ph idx="9" type="subTitle"/>
          </p:nvPr>
        </p:nvSpPr>
        <p:spPr>
          <a:xfrm>
            <a:off x="6118520" y="204702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27" name="Google Shape;327;p24"/>
          <p:cNvSpPr txBox="1"/>
          <p:nvPr>
            <p:ph idx="13" type="subTitle"/>
          </p:nvPr>
        </p:nvSpPr>
        <p:spPr>
          <a:xfrm>
            <a:off x="719975" y="37852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28" name="Google Shape;328;p24"/>
          <p:cNvSpPr txBox="1"/>
          <p:nvPr>
            <p:ph idx="14" type="subTitle"/>
          </p:nvPr>
        </p:nvSpPr>
        <p:spPr>
          <a:xfrm>
            <a:off x="3419250" y="37852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29" name="Google Shape;329;p24"/>
          <p:cNvSpPr txBox="1"/>
          <p:nvPr>
            <p:ph idx="15" type="subTitle"/>
          </p:nvPr>
        </p:nvSpPr>
        <p:spPr>
          <a:xfrm>
            <a:off x="6118525" y="37852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30" name="Google Shape;330;p24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1" name="Google Shape;331;p24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2" name="Google Shape;332;p24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3" name="Google Shape;333;p24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4" name="Google Shape;334;p24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5" name="Google Shape;335;p24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6" name="Google Shape;336;p24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7" name="Google Shape;337;p24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8" name="Google Shape;338;p24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9" name="Google Shape;339;p24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0" name="Google Shape;340;p24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1" name="Google Shape;341;p24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2" name="Google Shape;342;p24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"/>
          <p:cNvSpPr txBox="1"/>
          <p:nvPr>
            <p:ph type="ctrTitle"/>
          </p:nvPr>
        </p:nvSpPr>
        <p:spPr>
          <a:xfrm>
            <a:off x="1036125" y="1185500"/>
            <a:ext cx="7071900" cy="21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" type="subTitle"/>
          </p:nvPr>
        </p:nvSpPr>
        <p:spPr>
          <a:xfrm>
            <a:off x="1677750" y="3457600"/>
            <a:ext cx="578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9" name="Google Shape;349;p26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0" name="Google Shape;350;p26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1" name="Google Shape;351;p26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2" name="Google Shape;352;p26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3" name="Google Shape;353;p26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4" name="Google Shape;354;p26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5" name="Google Shape;355;p26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8" name="Google Shape;358;p27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59" name="Google Shape;359;p27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0" name="Google Shape;360;p27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1" name="Google Shape;361;p27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2" name="Google Shape;362;p27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3" name="Google Shape;363;p27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4" name="Google Shape;364;p27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5" name="Google Shape;365;p27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6" name="Google Shape;366;p27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7" name="Google Shape;367;p27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8"/>
          <p:cNvSpPr txBox="1"/>
          <p:nvPr>
            <p:ph type="title"/>
          </p:nvPr>
        </p:nvSpPr>
        <p:spPr>
          <a:xfrm>
            <a:off x="2986550" y="1841900"/>
            <a:ext cx="5493000" cy="157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70" name="Google Shape;370;p28"/>
          <p:cNvSpPr txBox="1"/>
          <p:nvPr>
            <p:ph idx="2" type="title"/>
          </p:nvPr>
        </p:nvSpPr>
        <p:spPr>
          <a:xfrm>
            <a:off x="1082250" y="1867588"/>
            <a:ext cx="1268400" cy="12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371" name="Google Shape;371;p28"/>
          <p:cNvSpPr txBox="1"/>
          <p:nvPr>
            <p:ph idx="1" type="subTitle"/>
          </p:nvPr>
        </p:nvSpPr>
        <p:spPr>
          <a:xfrm>
            <a:off x="3300200" y="3421400"/>
            <a:ext cx="51795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rot="5400000">
            <a:off x="8196035" y="398736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3" name="Google Shape;373;p28"/>
          <p:cNvSpPr/>
          <p:nvPr/>
        </p:nvSpPr>
        <p:spPr>
          <a:xfrm rot="5400000">
            <a:off x="8914812" y="442038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4" name="Google Shape;374;p28"/>
          <p:cNvSpPr/>
          <p:nvPr/>
        </p:nvSpPr>
        <p:spPr>
          <a:xfrm rot="5400000">
            <a:off x="816619" y="-109685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5" name="Google Shape;375;p28"/>
          <p:cNvSpPr/>
          <p:nvPr/>
        </p:nvSpPr>
        <p:spPr>
          <a:xfrm rot="5400000">
            <a:off x="1593927" y="393197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6" name="Google Shape;376;p28"/>
          <p:cNvSpPr/>
          <p:nvPr/>
        </p:nvSpPr>
        <p:spPr>
          <a:xfrm rot="5400000">
            <a:off x="1914062" y="530409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7" name="Google Shape;377;p28"/>
          <p:cNvSpPr/>
          <p:nvPr/>
        </p:nvSpPr>
        <p:spPr>
          <a:xfrm rot="5400000">
            <a:off x="2005512" y="438934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78" name="Google Shape;378;p28"/>
          <p:cNvSpPr/>
          <p:nvPr/>
        </p:nvSpPr>
        <p:spPr>
          <a:xfrm rot="5400000">
            <a:off x="1822612" y="347459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1" name="Google Shape;381;p29"/>
          <p:cNvSpPr txBox="1"/>
          <p:nvPr>
            <p:ph idx="1" type="body"/>
          </p:nvPr>
        </p:nvSpPr>
        <p:spPr>
          <a:xfrm>
            <a:off x="720000" y="1370025"/>
            <a:ext cx="77040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382" name="Google Shape;382;p29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3" name="Google Shape;383;p29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4" name="Google Shape;384;p29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5" name="Google Shape;385;p29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6" name="Google Shape;386;p29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7" name="Google Shape;387;p29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8" name="Google Shape;388;p29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89" name="Google Shape;389;p29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0" name="Google Shape;390;p29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1" name="Google Shape;391;p29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"/>
          <p:cNvSpPr txBox="1"/>
          <p:nvPr>
            <p:ph idx="1" type="subTitle"/>
          </p:nvPr>
        </p:nvSpPr>
        <p:spPr>
          <a:xfrm>
            <a:off x="2399250" y="1448200"/>
            <a:ext cx="52545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94" name="Google Shape;394;p30"/>
          <p:cNvSpPr txBox="1"/>
          <p:nvPr>
            <p:ph idx="2" type="subTitle"/>
          </p:nvPr>
        </p:nvSpPr>
        <p:spPr>
          <a:xfrm>
            <a:off x="2399250" y="3051625"/>
            <a:ext cx="52545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95" name="Google Shape;395;p30"/>
          <p:cNvSpPr txBox="1"/>
          <p:nvPr>
            <p:ph idx="3" type="subTitle"/>
          </p:nvPr>
        </p:nvSpPr>
        <p:spPr>
          <a:xfrm>
            <a:off x="2399250" y="1814000"/>
            <a:ext cx="52545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30"/>
          <p:cNvSpPr txBox="1"/>
          <p:nvPr>
            <p:ph idx="4" type="subTitle"/>
          </p:nvPr>
        </p:nvSpPr>
        <p:spPr>
          <a:xfrm>
            <a:off x="2399250" y="3417425"/>
            <a:ext cx="52545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8" name="Google Shape;398;p30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9" name="Google Shape;399;p30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0" name="Google Shape;400;p30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1" name="Google Shape;401;p30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2" name="Google Shape;402;p30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3" name="Google Shape;403;p30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4" name="Google Shape;404;p30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5" name="Google Shape;405;p30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6" name="Google Shape;406;p30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7" name="Google Shape;407;p30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8" name="Google Shape;408;p30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9" name="Google Shape;409;p30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0" name="Google Shape;410;p30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3" name="Google Shape;413;p31"/>
          <p:cNvSpPr txBox="1"/>
          <p:nvPr>
            <p:ph idx="1" type="body"/>
          </p:nvPr>
        </p:nvSpPr>
        <p:spPr>
          <a:xfrm>
            <a:off x="4491100" y="1576150"/>
            <a:ext cx="3939600" cy="29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4" name="Google Shape;414;p31"/>
          <p:cNvSpPr/>
          <p:nvPr>
            <p:ph idx="2" type="pic"/>
          </p:nvPr>
        </p:nvSpPr>
        <p:spPr>
          <a:xfrm>
            <a:off x="720000" y="1374425"/>
            <a:ext cx="3232800" cy="32328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31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6" name="Google Shape;416;p31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7" name="Google Shape;417;p31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8" name="Google Shape;418;p31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9" name="Google Shape;419;p31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0" name="Google Shape;420;p31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1" name="Google Shape;421;p31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2" name="Google Shape;422;p31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3" name="Google Shape;423;p31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4" name="Google Shape;424;p31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2"/>
          <p:cNvSpPr txBox="1"/>
          <p:nvPr>
            <p:ph type="title"/>
          </p:nvPr>
        </p:nvSpPr>
        <p:spPr>
          <a:xfrm>
            <a:off x="988975" y="1307100"/>
            <a:ext cx="7166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27" name="Google Shape;427;p32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8" name="Google Shape;428;p32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9" name="Google Shape;429;p32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0" name="Google Shape;430;p32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1" name="Google Shape;431;p32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2" name="Google Shape;432;p32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3" name="Google Shape;433;p32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3"/>
          <p:cNvSpPr txBox="1"/>
          <p:nvPr>
            <p:ph idx="1" type="subTitle"/>
          </p:nvPr>
        </p:nvSpPr>
        <p:spPr>
          <a:xfrm>
            <a:off x="877589" y="1681900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7" name="Google Shape;437;p33"/>
          <p:cNvSpPr txBox="1"/>
          <p:nvPr>
            <p:ph idx="2" type="subTitle"/>
          </p:nvPr>
        </p:nvSpPr>
        <p:spPr>
          <a:xfrm>
            <a:off x="4675336" y="1681900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33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9" name="Google Shape;439;p33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0" name="Google Shape;440;p33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1" name="Google Shape;441;p33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2" name="Google Shape;442;p33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3" name="Google Shape;443;p33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4" name="Google Shape;444;p33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5" name="Google Shape;445;p33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6" name="Google Shape;446;p33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7" name="Google Shape;447;p33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8" name="Google Shape;448;p33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49" name="Google Shape;449;p33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50" name="Google Shape;450;p33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4"/>
          <p:cNvSpPr/>
          <p:nvPr>
            <p:ph idx="2" type="pic"/>
          </p:nvPr>
        </p:nvSpPr>
        <p:spPr>
          <a:xfrm>
            <a:off x="0" y="-5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34"/>
          <p:cNvSpPr txBox="1"/>
          <p:nvPr>
            <p:ph type="title"/>
          </p:nvPr>
        </p:nvSpPr>
        <p:spPr>
          <a:xfrm>
            <a:off x="713375" y="3628600"/>
            <a:ext cx="7717500" cy="9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5"/>
          <p:cNvSpPr txBox="1"/>
          <p:nvPr>
            <p:ph hasCustomPrompt="1" type="title"/>
          </p:nvPr>
        </p:nvSpPr>
        <p:spPr>
          <a:xfrm>
            <a:off x="1284000" y="1776700"/>
            <a:ext cx="65760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56" name="Google Shape;456;p35"/>
          <p:cNvSpPr txBox="1"/>
          <p:nvPr>
            <p:ph idx="1" type="subTitle"/>
          </p:nvPr>
        </p:nvSpPr>
        <p:spPr>
          <a:xfrm>
            <a:off x="1284000" y="3138200"/>
            <a:ext cx="6576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57" name="Google Shape;457;p35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58" name="Google Shape;458;p35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59" name="Google Shape;459;p35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60" name="Google Shape;460;p35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61" name="Google Shape;461;p35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62" name="Google Shape;462;p35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63" name="Google Shape;463;p35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8" name="Google Shape;468;p38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69" name="Google Shape;469;p38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0" name="Google Shape;470;p38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1" name="Google Shape;471;p38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2" name="Google Shape;472;p38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3" name="Google Shape;473;p38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4" name="Google Shape;474;p38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5" name="Google Shape;475;p38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6" name="Google Shape;476;p38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7" name="Google Shape;477;p38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8" name="Google Shape;478;p38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9" name="Google Shape;479;p38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0" name="Google Shape;480;p38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9"/>
          <p:cNvSpPr txBox="1"/>
          <p:nvPr>
            <p:ph idx="1" type="subTitle"/>
          </p:nvPr>
        </p:nvSpPr>
        <p:spPr>
          <a:xfrm>
            <a:off x="1510775" y="3995200"/>
            <a:ext cx="61224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39"/>
          <p:cNvSpPr txBox="1"/>
          <p:nvPr>
            <p:ph type="title"/>
          </p:nvPr>
        </p:nvSpPr>
        <p:spPr>
          <a:xfrm>
            <a:off x="7151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4" name="Google Shape;484;p39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5" name="Google Shape;485;p39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6" name="Google Shape;486;p39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7" name="Google Shape;487;p39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8" name="Google Shape;488;p39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89" name="Google Shape;489;p39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0" name="Google Shape;490;p39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1" name="Google Shape;491;p39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2" name="Google Shape;492;p39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3" name="Google Shape;493;p39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0"/>
          <p:cNvSpPr txBox="1"/>
          <p:nvPr>
            <p:ph idx="1" type="subTitle"/>
          </p:nvPr>
        </p:nvSpPr>
        <p:spPr>
          <a:xfrm>
            <a:off x="720000" y="3275725"/>
            <a:ext cx="24690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6" name="Google Shape;496;p40"/>
          <p:cNvSpPr txBox="1"/>
          <p:nvPr>
            <p:ph idx="2" type="subTitle"/>
          </p:nvPr>
        </p:nvSpPr>
        <p:spPr>
          <a:xfrm>
            <a:off x="3337500" y="3274789"/>
            <a:ext cx="24690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40"/>
          <p:cNvSpPr txBox="1"/>
          <p:nvPr>
            <p:ph idx="3" type="subTitle"/>
          </p:nvPr>
        </p:nvSpPr>
        <p:spPr>
          <a:xfrm>
            <a:off x="5961725" y="3275725"/>
            <a:ext cx="24690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9" name="Google Shape;499;p40"/>
          <p:cNvSpPr txBox="1"/>
          <p:nvPr>
            <p:ph idx="4" type="subTitle"/>
          </p:nvPr>
        </p:nvSpPr>
        <p:spPr>
          <a:xfrm>
            <a:off x="720000" y="2904075"/>
            <a:ext cx="2469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00" name="Google Shape;500;p40"/>
          <p:cNvSpPr txBox="1"/>
          <p:nvPr>
            <p:ph idx="5" type="subTitle"/>
          </p:nvPr>
        </p:nvSpPr>
        <p:spPr>
          <a:xfrm>
            <a:off x="5961725" y="2904075"/>
            <a:ext cx="2469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01" name="Google Shape;501;p40"/>
          <p:cNvSpPr txBox="1"/>
          <p:nvPr>
            <p:ph idx="6" type="subTitle"/>
          </p:nvPr>
        </p:nvSpPr>
        <p:spPr>
          <a:xfrm>
            <a:off x="3337500" y="2904063"/>
            <a:ext cx="2469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02" name="Google Shape;502;p40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3" name="Google Shape;503;p40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4" name="Google Shape;504;p40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5" name="Google Shape;505;p40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6" name="Google Shape;506;p40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7" name="Google Shape;507;p40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8" name="Google Shape;508;p40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9" name="Google Shape;509;p40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10" name="Google Shape;510;p40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11" name="Google Shape;511;p40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2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4" name="Google Shape;514;p41"/>
          <p:cNvSpPr txBox="1"/>
          <p:nvPr>
            <p:ph idx="2" type="title"/>
          </p:nvPr>
        </p:nvSpPr>
        <p:spPr>
          <a:xfrm>
            <a:off x="771550" y="1658449"/>
            <a:ext cx="7335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5" name="Google Shape;515;p41"/>
          <p:cNvSpPr txBox="1"/>
          <p:nvPr>
            <p:ph idx="3" type="title"/>
          </p:nvPr>
        </p:nvSpPr>
        <p:spPr>
          <a:xfrm>
            <a:off x="772598" y="3244798"/>
            <a:ext cx="73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6" name="Google Shape;516;p41"/>
          <p:cNvSpPr txBox="1"/>
          <p:nvPr>
            <p:ph idx="4" type="title"/>
          </p:nvPr>
        </p:nvSpPr>
        <p:spPr>
          <a:xfrm>
            <a:off x="4735151" y="1659492"/>
            <a:ext cx="73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7" name="Google Shape;517;p41"/>
          <p:cNvSpPr txBox="1"/>
          <p:nvPr>
            <p:ph idx="5" type="title"/>
          </p:nvPr>
        </p:nvSpPr>
        <p:spPr>
          <a:xfrm>
            <a:off x="4735151" y="3244800"/>
            <a:ext cx="73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8" name="Google Shape;518;p41"/>
          <p:cNvSpPr/>
          <p:nvPr/>
        </p:nvSpPr>
        <p:spPr>
          <a:xfrm rot="5400000">
            <a:off x="93645" y="684547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19" name="Google Shape;519;p41"/>
          <p:cNvSpPr/>
          <p:nvPr/>
        </p:nvSpPr>
        <p:spPr>
          <a:xfrm rot="5400000">
            <a:off x="649087" y="6911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0" name="Google Shape;520;p41"/>
          <p:cNvSpPr/>
          <p:nvPr/>
        </p:nvSpPr>
        <p:spPr>
          <a:xfrm rot="5400000">
            <a:off x="420402" y="7368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1" name="Google Shape;521;p41"/>
          <p:cNvSpPr/>
          <p:nvPr/>
        </p:nvSpPr>
        <p:spPr>
          <a:xfrm rot="5400000">
            <a:off x="831987" y="7826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2" name="Google Shape;522;p41"/>
          <p:cNvSpPr/>
          <p:nvPr/>
        </p:nvSpPr>
        <p:spPr>
          <a:xfrm rot="5400000">
            <a:off x="740537" y="8740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3" name="Google Shape;523;p41"/>
          <p:cNvSpPr/>
          <p:nvPr/>
        </p:nvSpPr>
        <p:spPr>
          <a:xfrm rot="5400000">
            <a:off x="8880022" y="609252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4" name="Google Shape;524;p41"/>
          <p:cNvSpPr/>
          <p:nvPr/>
        </p:nvSpPr>
        <p:spPr>
          <a:xfrm rot="5400000">
            <a:off x="8567543" y="6439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5" name="Google Shape;525;p41"/>
          <p:cNvSpPr/>
          <p:nvPr/>
        </p:nvSpPr>
        <p:spPr>
          <a:xfrm rot="5400000">
            <a:off x="8428651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6" name="Google Shape;526;p41"/>
          <p:cNvSpPr/>
          <p:nvPr/>
        </p:nvSpPr>
        <p:spPr>
          <a:xfrm rot="5400000">
            <a:off x="8236926" y="7826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7" name="Google Shape;527;p41"/>
          <p:cNvSpPr/>
          <p:nvPr/>
        </p:nvSpPr>
        <p:spPr>
          <a:xfrm rot="5400000">
            <a:off x="8520076" y="8741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8" name="Google Shape;528;p41"/>
          <p:cNvSpPr txBox="1"/>
          <p:nvPr>
            <p:ph idx="1" type="subTitle"/>
          </p:nvPr>
        </p:nvSpPr>
        <p:spPr>
          <a:xfrm>
            <a:off x="1653975" y="2259988"/>
            <a:ext cx="252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p41"/>
          <p:cNvSpPr txBox="1"/>
          <p:nvPr>
            <p:ph idx="6" type="subTitle"/>
          </p:nvPr>
        </p:nvSpPr>
        <p:spPr>
          <a:xfrm>
            <a:off x="5613775" y="2255438"/>
            <a:ext cx="252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0" name="Google Shape;530;p41"/>
          <p:cNvSpPr txBox="1"/>
          <p:nvPr>
            <p:ph idx="7" type="subTitle"/>
          </p:nvPr>
        </p:nvSpPr>
        <p:spPr>
          <a:xfrm>
            <a:off x="1654077" y="3847613"/>
            <a:ext cx="252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41"/>
          <p:cNvSpPr txBox="1"/>
          <p:nvPr>
            <p:ph idx="8" type="subTitle"/>
          </p:nvPr>
        </p:nvSpPr>
        <p:spPr>
          <a:xfrm>
            <a:off x="5613775" y="3847613"/>
            <a:ext cx="252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9" type="subTitle"/>
          </p:nvPr>
        </p:nvSpPr>
        <p:spPr>
          <a:xfrm>
            <a:off x="1703550" y="1609203"/>
            <a:ext cx="28344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33" name="Google Shape;533;p41"/>
          <p:cNvSpPr txBox="1"/>
          <p:nvPr>
            <p:ph idx="13" type="subTitle"/>
          </p:nvPr>
        </p:nvSpPr>
        <p:spPr>
          <a:xfrm>
            <a:off x="1703650" y="3196903"/>
            <a:ext cx="28344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34" name="Google Shape;534;p41"/>
          <p:cNvSpPr txBox="1"/>
          <p:nvPr>
            <p:ph idx="14" type="subTitle"/>
          </p:nvPr>
        </p:nvSpPr>
        <p:spPr>
          <a:xfrm>
            <a:off x="5613775" y="1604603"/>
            <a:ext cx="28347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35" name="Google Shape;535;p41"/>
          <p:cNvSpPr txBox="1"/>
          <p:nvPr>
            <p:ph idx="15" type="subTitle"/>
          </p:nvPr>
        </p:nvSpPr>
        <p:spPr>
          <a:xfrm>
            <a:off x="5663450" y="3196903"/>
            <a:ext cx="28347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2"/>
          <p:cNvSpPr txBox="1"/>
          <p:nvPr>
            <p:ph idx="1" type="subTitle"/>
          </p:nvPr>
        </p:nvSpPr>
        <p:spPr>
          <a:xfrm>
            <a:off x="719975" y="22864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8" name="Google Shape;538;p42"/>
          <p:cNvSpPr txBox="1"/>
          <p:nvPr>
            <p:ph idx="2" type="subTitle"/>
          </p:nvPr>
        </p:nvSpPr>
        <p:spPr>
          <a:xfrm>
            <a:off x="3419244" y="22864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42"/>
          <p:cNvSpPr txBox="1"/>
          <p:nvPr>
            <p:ph idx="3" type="subTitle"/>
          </p:nvPr>
        </p:nvSpPr>
        <p:spPr>
          <a:xfrm>
            <a:off x="719975" y="40246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0" name="Google Shape;540;p42"/>
          <p:cNvSpPr txBox="1"/>
          <p:nvPr>
            <p:ph idx="4" type="subTitle"/>
          </p:nvPr>
        </p:nvSpPr>
        <p:spPr>
          <a:xfrm>
            <a:off x="3419244" y="40246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42"/>
          <p:cNvSpPr txBox="1"/>
          <p:nvPr>
            <p:ph idx="5" type="subTitle"/>
          </p:nvPr>
        </p:nvSpPr>
        <p:spPr>
          <a:xfrm>
            <a:off x="6118520" y="22864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42"/>
          <p:cNvSpPr txBox="1"/>
          <p:nvPr>
            <p:ph idx="6" type="subTitle"/>
          </p:nvPr>
        </p:nvSpPr>
        <p:spPr>
          <a:xfrm>
            <a:off x="6118520" y="40246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44" name="Google Shape;544;p42"/>
          <p:cNvSpPr txBox="1"/>
          <p:nvPr>
            <p:ph idx="7" type="subTitle"/>
          </p:nvPr>
        </p:nvSpPr>
        <p:spPr>
          <a:xfrm>
            <a:off x="719975" y="204702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45" name="Google Shape;545;p42"/>
          <p:cNvSpPr txBox="1"/>
          <p:nvPr>
            <p:ph idx="8" type="subTitle"/>
          </p:nvPr>
        </p:nvSpPr>
        <p:spPr>
          <a:xfrm>
            <a:off x="3419244" y="204702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46" name="Google Shape;546;p42"/>
          <p:cNvSpPr txBox="1"/>
          <p:nvPr>
            <p:ph idx="9" type="subTitle"/>
          </p:nvPr>
        </p:nvSpPr>
        <p:spPr>
          <a:xfrm>
            <a:off x="6118520" y="204702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47" name="Google Shape;547;p42"/>
          <p:cNvSpPr txBox="1"/>
          <p:nvPr>
            <p:ph idx="13" type="subTitle"/>
          </p:nvPr>
        </p:nvSpPr>
        <p:spPr>
          <a:xfrm>
            <a:off x="719975" y="37852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48" name="Google Shape;548;p42"/>
          <p:cNvSpPr txBox="1"/>
          <p:nvPr>
            <p:ph idx="14" type="subTitle"/>
          </p:nvPr>
        </p:nvSpPr>
        <p:spPr>
          <a:xfrm>
            <a:off x="3419250" y="37852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49" name="Google Shape;549;p42"/>
          <p:cNvSpPr txBox="1"/>
          <p:nvPr>
            <p:ph idx="15" type="subTitle"/>
          </p:nvPr>
        </p:nvSpPr>
        <p:spPr>
          <a:xfrm>
            <a:off x="6118525" y="3785275"/>
            <a:ext cx="23055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usso One"/>
              <a:buNone/>
              <a:defRPr sz="2400"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550" name="Google Shape;550;p42"/>
          <p:cNvSpPr/>
          <p:nvPr/>
        </p:nvSpPr>
        <p:spPr>
          <a:xfrm rot="5400000">
            <a:off x="8879160" y="574877"/>
            <a:ext cx="91479" cy="43822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1" name="Google Shape;551;p42"/>
          <p:cNvSpPr/>
          <p:nvPr/>
        </p:nvSpPr>
        <p:spPr>
          <a:xfrm rot="5400000">
            <a:off x="8478731" y="792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2" name="Google Shape;552;p42"/>
          <p:cNvSpPr/>
          <p:nvPr/>
        </p:nvSpPr>
        <p:spPr>
          <a:xfrm rot="5400000">
            <a:off x="98045" y="650222"/>
            <a:ext cx="91479" cy="287586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3" name="Google Shape;553;p42"/>
          <p:cNvSpPr/>
          <p:nvPr/>
        </p:nvSpPr>
        <p:spPr>
          <a:xfrm rot="5400000">
            <a:off x="439487" y="6568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4" name="Google Shape;554;p42"/>
          <p:cNvSpPr/>
          <p:nvPr/>
        </p:nvSpPr>
        <p:spPr>
          <a:xfrm rot="5400000">
            <a:off x="210802" y="5195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5" name="Google Shape;555;p42"/>
          <p:cNvSpPr/>
          <p:nvPr/>
        </p:nvSpPr>
        <p:spPr>
          <a:xfrm rot="5400000">
            <a:off x="713837" y="7482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6" name="Google Shape;556;p42"/>
          <p:cNvSpPr/>
          <p:nvPr/>
        </p:nvSpPr>
        <p:spPr>
          <a:xfrm rot="5400000">
            <a:off x="530937" y="8397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7" name="Google Shape;557;p42"/>
          <p:cNvSpPr/>
          <p:nvPr/>
        </p:nvSpPr>
        <p:spPr>
          <a:xfrm rot="5400000">
            <a:off x="83401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8" name="Google Shape;558;p42"/>
          <p:cNvSpPr/>
          <p:nvPr/>
        </p:nvSpPr>
        <p:spPr>
          <a:xfrm rot="5400000">
            <a:off x="8705739" y="7482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9" name="Google Shape;559;p42"/>
          <p:cNvSpPr/>
          <p:nvPr/>
        </p:nvSpPr>
        <p:spPr>
          <a:xfrm rot="5400000">
            <a:off x="8522939" y="656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0" name="Google Shape;560;p42"/>
          <p:cNvSpPr/>
          <p:nvPr/>
        </p:nvSpPr>
        <p:spPr>
          <a:xfrm rot="5400000">
            <a:off x="622387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1" name="Google Shape;561;p42"/>
          <p:cNvSpPr/>
          <p:nvPr/>
        </p:nvSpPr>
        <p:spPr>
          <a:xfrm rot="5400000">
            <a:off x="287562" y="8397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2" name="Google Shape;562;p42"/>
          <p:cNvSpPr/>
          <p:nvPr/>
        </p:nvSpPr>
        <p:spPr>
          <a:xfrm rot="5400000">
            <a:off x="8614339" y="8397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3"/>
          <p:cNvSpPr txBox="1"/>
          <p:nvPr>
            <p:ph type="title"/>
          </p:nvPr>
        </p:nvSpPr>
        <p:spPr>
          <a:xfrm>
            <a:off x="1848000" y="2858566"/>
            <a:ext cx="54480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565" name="Google Shape;565;p43"/>
          <p:cNvSpPr txBox="1"/>
          <p:nvPr>
            <p:ph idx="1" type="subTitle"/>
          </p:nvPr>
        </p:nvSpPr>
        <p:spPr>
          <a:xfrm>
            <a:off x="1848000" y="3613363"/>
            <a:ext cx="5448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6" name="Google Shape;566;p43"/>
          <p:cNvSpPr txBox="1"/>
          <p:nvPr>
            <p:ph idx="2" type="title"/>
          </p:nvPr>
        </p:nvSpPr>
        <p:spPr>
          <a:xfrm>
            <a:off x="1407675" y="1192025"/>
            <a:ext cx="35622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567" name="Google Shape;567;p43"/>
          <p:cNvSpPr txBox="1"/>
          <p:nvPr>
            <p:ph idx="3" type="subTitle"/>
          </p:nvPr>
        </p:nvSpPr>
        <p:spPr>
          <a:xfrm>
            <a:off x="5214675" y="1192025"/>
            <a:ext cx="25482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8" name="Google Shape;568;p43"/>
          <p:cNvSpPr/>
          <p:nvPr/>
        </p:nvSpPr>
        <p:spPr>
          <a:xfrm rot="5400000">
            <a:off x="7918485" y="4213238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9" name="Google Shape;569;p43"/>
          <p:cNvSpPr/>
          <p:nvPr/>
        </p:nvSpPr>
        <p:spPr>
          <a:xfrm rot="5400000">
            <a:off x="7571468" y="436968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0" name="Google Shape;570;p43"/>
          <p:cNvSpPr/>
          <p:nvPr/>
        </p:nvSpPr>
        <p:spPr>
          <a:xfrm rot="5400000">
            <a:off x="8637262" y="4646259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1" name="Google Shape;571;p43"/>
          <p:cNvSpPr/>
          <p:nvPr/>
        </p:nvSpPr>
        <p:spPr>
          <a:xfrm rot="5400000">
            <a:off x="7432576" y="45083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2" name="Google Shape;572;p43"/>
          <p:cNvSpPr/>
          <p:nvPr/>
        </p:nvSpPr>
        <p:spPr>
          <a:xfrm rot="5400000">
            <a:off x="758937" y="45936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3" name="Google Shape;573;p43"/>
          <p:cNvSpPr/>
          <p:nvPr/>
        </p:nvSpPr>
        <p:spPr>
          <a:xfrm rot="5400000">
            <a:off x="667487" y="45022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4" name="Google Shape;574;p43"/>
          <p:cNvSpPr/>
          <p:nvPr/>
        </p:nvSpPr>
        <p:spPr>
          <a:xfrm rot="5400000">
            <a:off x="576037" y="46974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5" name="Google Shape;575;p43"/>
          <p:cNvSpPr/>
          <p:nvPr/>
        </p:nvSpPr>
        <p:spPr>
          <a:xfrm rot="5400000">
            <a:off x="7240851" y="45083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6" name="Google Shape;576;p43"/>
          <p:cNvSpPr/>
          <p:nvPr/>
        </p:nvSpPr>
        <p:spPr>
          <a:xfrm rot="5400000">
            <a:off x="7149426" y="45998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7" name="Google Shape;577;p43"/>
          <p:cNvSpPr/>
          <p:nvPr/>
        </p:nvSpPr>
        <p:spPr>
          <a:xfrm rot="5400000">
            <a:off x="8339326" y="3563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8" name="Google Shape;578;p43"/>
          <p:cNvSpPr/>
          <p:nvPr/>
        </p:nvSpPr>
        <p:spPr>
          <a:xfrm rot="5400000">
            <a:off x="8247901" y="447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9" name="Google Shape;579;p43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80" name="Google Shape;580;p43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81" name="Google Shape;581;p43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82" name="Google Shape;582;p43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83" name="Google Shape;583;p43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84" name="Google Shape;584;p43"/>
          <p:cNvSpPr/>
          <p:nvPr/>
        </p:nvSpPr>
        <p:spPr>
          <a:xfrm rot="5400000">
            <a:off x="8156476" y="2660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4"/>
          <p:cNvSpPr txBox="1"/>
          <p:nvPr>
            <p:ph type="title"/>
          </p:nvPr>
        </p:nvSpPr>
        <p:spPr>
          <a:xfrm>
            <a:off x="1384400" y="540000"/>
            <a:ext cx="63753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8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87" name="Google Shape;587;p44"/>
          <p:cNvSpPr txBox="1"/>
          <p:nvPr>
            <p:ph idx="1" type="subTitle"/>
          </p:nvPr>
        </p:nvSpPr>
        <p:spPr>
          <a:xfrm>
            <a:off x="2099050" y="1771800"/>
            <a:ext cx="49458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8" name="Google Shape;588;p44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pc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b="0" i="0" lang="en" spc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b="1" i="0" lang="en" spc="0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2"/>
              </a:rPr>
              <a:t>Slidesgo</a:t>
            </a:r>
            <a:r>
              <a:rPr b="0" i="0" lang="en" spc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b="1" i="0" lang="en" spc="0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Flaticon</a:t>
            </a:r>
            <a:r>
              <a:rPr b="0" i="0" lang="en" spc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i="0" lang="en" spc="0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Freepik</a:t>
            </a:r>
            <a:r>
              <a:rPr b="0" i="0" lang="en" spc="0" sz="1200" u="sng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pc="0" sz="1200" u="sng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44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0" name="Google Shape;590;p44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1" name="Google Shape;591;p44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2" name="Google Shape;592;p44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3" name="Google Shape;593;p44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4" name="Google Shape;594;p44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5" name="Google Shape;595;p44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5"/>
          <p:cNvSpPr/>
          <p:nvPr/>
        </p:nvSpPr>
        <p:spPr>
          <a:xfrm rot="5400000">
            <a:off x="7918485" y="4171013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8" name="Google Shape;598;p45"/>
          <p:cNvSpPr/>
          <p:nvPr/>
        </p:nvSpPr>
        <p:spPr>
          <a:xfrm rot="5400000">
            <a:off x="7571468" y="4327459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9" name="Google Shape;599;p45"/>
          <p:cNvSpPr/>
          <p:nvPr/>
        </p:nvSpPr>
        <p:spPr>
          <a:xfrm rot="5400000">
            <a:off x="8637262" y="4604034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0" name="Google Shape;600;p45"/>
          <p:cNvSpPr/>
          <p:nvPr/>
        </p:nvSpPr>
        <p:spPr>
          <a:xfrm rot="5400000">
            <a:off x="7432576" y="44661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1" name="Google Shape;601;p45"/>
          <p:cNvSpPr/>
          <p:nvPr/>
        </p:nvSpPr>
        <p:spPr>
          <a:xfrm rot="5400000">
            <a:off x="1548137" y="4094184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2" name="Google Shape;602;p45"/>
          <p:cNvSpPr/>
          <p:nvPr/>
        </p:nvSpPr>
        <p:spPr>
          <a:xfrm rot="5400000">
            <a:off x="1456687" y="4002709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3" name="Google Shape;603;p45"/>
          <p:cNvSpPr/>
          <p:nvPr/>
        </p:nvSpPr>
        <p:spPr>
          <a:xfrm rot="5400000">
            <a:off x="1365237" y="4197984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4" name="Google Shape;604;p45"/>
          <p:cNvSpPr/>
          <p:nvPr/>
        </p:nvSpPr>
        <p:spPr>
          <a:xfrm rot="5400000">
            <a:off x="7240851" y="44661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5" name="Google Shape;605;p45"/>
          <p:cNvSpPr/>
          <p:nvPr/>
        </p:nvSpPr>
        <p:spPr>
          <a:xfrm rot="5400000">
            <a:off x="7149426" y="45576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6" name="Google Shape;606;p45"/>
          <p:cNvSpPr/>
          <p:nvPr/>
        </p:nvSpPr>
        <p:spPr>
          <a:xfrm rot="5400000">
            <a:off x="7942526" y="5387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7" name="Google Shape;607;p45"/>
          <p:cNvSpPr/>
          <p:nvPr/>
        </p:nvSpPr>
        <p:spPr>
          <a:xfrm rot="5400000">
            <a:off x="7851101" y="6301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8" name="Google Shape;608;p45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9" name="Google Shape;609;p45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0" name="Google Shape;610;p45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1" name="Google Shape;611;p45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2" name="Google Shape;612;p45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3" name="Google Shape;613;p45"/>
          <p:cNvSpPr/>
          <p:nvPr/>
        </p:nvSpPr>
        <p:spPr>
          <a:xfrm rot="5400000">
            <a:off x="5528643" y="63953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4" name="Google Shape;614;p45"/>
          <p:cNvSpPr/>
          <p:nvPr/>
        </p:nvSpPr>
        <p:spPr>
          <a:xfrm rot="5400000">
            <a:off x="5389751" y="7782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5" name="Google Shape;615;p45"/>
          <p:cNvSpPr/>
          <p:nvPr/>
        </p:nvSpPr>
        <p:spPr>
          <a:xfrm rot="5400000">
            <a:off x="3957552" y="423743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6" name="Google Shape;616;p45"/>
          <p:cNvSpPr/>
          <p:nvPr/>
        </p:nvSpPr>
        <p:spPr>
          <a:xfrm rot="5400000">
            <a:off x="4277687" y="43746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7" name="Google Shape;617;p45"/>
          <p:cNvSpPr/>
          <p:nvPr/>
        </p:nvSpPr>
        <p:spPr>
          <a:xfrm rot="5400000">
            <a:off x="7759676" y="4484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6"/>
          <p:cNvSpPr/>
          <p:nvPr/>
        </p:nvSpPr>
        <p:spPr>
          <a:xfrm rot="5400000">
            <a:off x="7918485" y="4213238"/>
            <a:ext cx="91479" cy="1049003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0" name="Google Shape;620;p46"/>
          <p:cNvSpPr/>
          <p:nvPr/>
        </p:nvSpPr>
        <p:spPr>
          <a:xfrm rot="5400000">
            <a:off x="7571468" y="4369684"/>
            <a:ext cx="91479" cy="185861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1" name="Google Shape;621;p46"/>
          <p:cNvSpPr/>
          <p:nvPr/>
        </p:nvSpPr>
        <p:spPr>
          <a:xfrm rot="5400000">
            <a:off x="8637262" y="4646259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2" name="Google Shape;622;p46"/>
          <p:cNvSpPr/>
          <p:nvPr/>
        </p:nvSpPr>
        <p:spPr>
          <a:xfrm rot="5400000">
            <a:off x="7432576" y="45083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3" name="Google Shape;623;p46"/>
          <p:cNvSpPr/>
          <p:nvPr/>
        </p:nvSpPr>
        <p:spPr>
          <a:xfrm rot="5400000">
            <a:off x="758937" y="45936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4" name="Google Shape;624;p46"/>
          <p:cNvSpPr/>
          <p:nvPr/>
        </p:nvSpPr>
        <p:spPr>
          <a:xfrm rot="5400000">
            <a:off x="667487" y="45022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5" name="Google Shape;625;p46"/>
          <p:cNvSpPr/>
          <p:nvPr/>
        </p:nvSpPr>
        <p:spPr>
          <a:xfrm rot="5400000">
            <a:off x="576037" y="46974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6" name="Google Shape;626;p46"/>
          <p:cNvSpPr/>
          <p:nvPr/>
        </p:nvSpPr>
        <p:spPr>
          <a:xfrm rot="5400000">
            <a:off x="7240851" y="450839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7" name="Google Shape;627;p46"/>
          <p:cNvSpPr/>
          <p:nvPr/>
        </p:nvSpPr>
        <p:spPr>
          <a:xfrm rot="5400000">
            <a:off x="7149426" y="45998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8" name="Google Shape;628;p46"/>
          <p:cNvSpPr/>
          <p:nvPr/>
        </p:nvSpPr>
        <p:spPr>
          <a:xfrm rot="5400000">
            <a:off x="8339326" y="356347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9" name="Google Shape;629;p46"/>
          <p:cNvSpPr/>
          <p:nvPr/>
        </p:nvSpPr>
        <p:spPr>
          <a:xfrm rot="5400000">
            <a:off x="8247901" y="44782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0" name="Google Shape;630;p46"/>
          <p:cNvSpPr/>
          <p:nvPr/>
        </p:nvSpPr>
        <p:spPr>
          <a:xfrm rot="5400000">
            <a:off x="816619" y="-100198"/>
            <a:ext cx="91479" cy="1188688"/>
          </a:xfrm>
          <a:custGeom>
            <a:rect b="b" l="l" r="r" t="t"/>
            <a:pathLst>
              <a:path extrusionOk="0" h="1095565" w="39052">
                <a:moveTo>
                  <a:pt x="-649" y="-121"/>
                </a:moveTo>
                <a:lnTo>
                  <a:pt x="38403" y="-121"/>
                </a:lnTo>
                <a:lnTo>
                  <a:pt x="38403" y="1095445"/>
                </a:lnTo>
                <a:lnTo>
                  <a:pt x="-649" y="1095445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1" name="Google Shape;631;p46"/>
          <p:cNvSpPr/>
          <p:nvPr/>
        </p:nvSpPr>
        <p:spPr>
          <a:xfrm rot="5400000">
            <a:off x="1593927" y="402685"/>
            <a:ext cx="91479" cy="365941"/>
          </a:xfrm>
          <a:custGeom>
            <a:rect b="b" l="l" r="r" t="t"/>
            <a:pathLst>
              <a:path extrusionOk="0" h="219455" w="39052">
                <a:moveTo>
                  <a:pt x="-649" y="-121"/>
                </a:moveTo>
                <a:lnTo>
                  <a:pt x="38403" y="-121"/>
                </a:lnTo>
                <a:lnTo>
                  <a:pt x="38403" y="219335"/>
                </a:lnTo>
                <a:lnTo>
                  <a:pt x="-649" y="21933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2" name="Google Shape;632;p46"/>
          <p:cNvSpPr/>
          <p:nvPr/>
        </p:nvSpPr>
        <p:spPr>
          <a:xfrm rot="5400000">
            <a:off x="1914062" y="53989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3" name="Google Shape;633;p46"/>
          <p:cNvSpPr/>
          <p:nvPr/>
        </p:nvSpPr>
        <p:spPr>
          <a:xfrm rot="5400000">
            <a:off x="2005512" y="448422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4" name="Google Shape;634;p46"/>
          <p:cNvSpPr/>
          <p:nvPr/>
        </p:nvSpPr>
        <p:spPr>
          <a:xfrm rot="5400000">
            <a:off x="1822612" y="356947"/>
            <a:ext cx="91479" cy="91450"/>
          </a:xfrm>
          <a:custGeom>
            <a:rect b="b" l="l" r="r" t="t"/>
            <a:pathLst>
              <a:path extrusionOk="0" h="48386" w="39052">
                <a:moveTo>
                  <a:pt x="-649" y="-121"/>
                </a:moveTo>
                <a:lnTo>
                  <a:pt x="38403" y="-121"/>
                </a:lnTo>
                <a:lnTo>
                  <a:pt x="38403" y="48266"/>
                </a:lnTo>
                <a:lnTo>
                  <a:pt x="-649" y="4826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5" name="Google Shape;635;p46"/>
          <p:cNvSpPr/>
          <p:nvPr/>
        </p:nvSpPr>
        <p:spPr>
          <a:xfrm rot="5400000">
            <a:off x="8156476" y="266072"/>
            <a:ext cx="91479" cy="91415"/>
          </a:xfrm>
          <a:custGeom>
            <a:rect b="b" l="l" r="r" t="t"/>
            <a:pathLst>
              <a:path extrusionOk="0" h="67341" w="39052">
                <a:moveTo>
                  <a:pt x="-649" y="-121"/>
                </a:moveTo>
                <a:lnTo>
                  <a:pt x="38403" y="-121"/>
                </a:lnTo>
                <a:lnTo>
                  <a:pt x="38403" y="67221"/>
                </a:lnTo>
                <a:lnTo>
                  <a:pt x="-649" y="672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YBER_TITLE">
  <p:cSld name="CYBER_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8"/>
          <p:cNvSpPr/>
          <p:nvPr/>
        </p:nvSpPr>
        <p:spPr>
          <a:xfrm>
            <a:off x="411480" y="502920"/>
            <a:ext cx="457200" cy="64008"/>
          </a:xfrm>
          <a:prstGeom prst="rect">
            <a:avLst/>
          </a:prstGeom>
          <a:solidFill>
            <a:srgbClr val="EE2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8"/>
          <p:cNvSpPr/>
          <p:nvPr/>
        </p:nvSpPr>
        <p:spPr>
          <a:xfrm>
            <a:off x="868680" y="502920"/>
            <a:ext cx="274320" cy="64008"/>
          </a:xfrm>
          <a:prstGeom prst="rect">
            <a:avLst/>
          </a:prstGeom>
          <a:solidFill>
            <a:srgbClr val="2BC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8"/>
          <p:cNvSpPr/>
          <p:nvPr/>
        </p:nvSpPr>
        <p:spPr>
          <a:xfrm>
            <a:off x="713232" y="347472"/>
            <a:ext cx="91440" cy="91440"/>
          </a:xfrm>
          <a:prstGeom prst="rect">
            <a:avLst/>
          </a:prstGeom>
          <a:solidFill>
            <a:srgbClr val="EE2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/>
          <p:nvPr/>
        </p:nvSpPr>
        <p:spPr>
          <a:xfrm>
            <a:off x="1188720" y="621792"/>
            <a:ext cx="73152" cy="73152"/>
          </a:xfrm>
          <a:prstGeom prst="rect">
            <a:avLst/>
          </a:prstGeom>
          <a:solidFill>
            <a:srgbClr val="2BC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48"/>
          <p:cNvSpPr/>
          <p:nvPr/>
        </p:nvSpPr>
        <p:spPr>
          <a:xfrm>
            <a:off x="8001000" y="502920"/>
            <a:ext cx="274320" cy="64008"/>
          </a:xfrm>
          <a:prstGeom prst="rect">
            <a:avLst/>
          </a:prstGeom>
          <a:solidFill>
            <a:srgbClr val="2BC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48"/>
          <p:cNvSpPr/>
          <p:nvPr/>
        </p:nvSpPr>
        <p:spPr>
          <a:xfrm>
            <a:off x="8275320" y="502920"/>
            <a:ext cx="457200" cy="64008"/>
          </a:xfrm>
          <a:prstGeom prst="rect">
            <a:avLst/>
          </a:prstGeom>
          <a:solidFill>
            <a:srgbClr val="EE2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8"/>
          <p:cNvSpPr/>
          <p:nvPr/>
        </p:nvSpPr>
        <p:spPr>
          <a:xfrm>
            <a:off x="8339328" y="347472"/>
            <a:ext cx="91440" cy="91440"/>
          </a:xfrm>
          <a:prstGeom prst="rect">
            <a:avLst/>
          </a:prstGeom>
          <a:solidFill>
            <a:srgbClr val="EE2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8"/>
          <p:cNvSpPr/>
          <p:nvPr/>
        </p:nvSpPr>
        <p:spPr>
          <a:xfrm>
            <a:off x="7882128" y="621792"/>
            <a:ext cx="73152" cy="73152"/>
          </a:xfrm>
          <a:prstGeom prst="rect">
            <a:avLst/>
          </a:prstGeom>
          <a:solidFill>
            <a:srgbClr val="2BC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YBER_CONTENT">
  <p:cSld name="CYBER_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9"/>
          <p:cNvSpPr/>
          <p:nvPr/>
        </p:nvSpPr>
        <p:spPr>
          <a:xfrm>
            <a:off x="411480" y="502920"/>
            <a:ext cx="457200" cy="64008"/>
          </a:xfrm>
          <a:prstGeom prst="rect">
            <a:avLst/>
          </a:prstGeom>
          <a:solidFill>
            <a:srgbClr val="EE2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/>
          <p:nvPr/>
        </p:nvSpPr>
        <p:spPr>
          <a:xfrm>
            <a:off x="868680" y="502920"/>
            <a:ext cx="274320" cy="64008"/>
          </a:xfrm>
          <a:prstGeom prst="rect">
            <a:avLst/>
          </a:prstGeom>
          <a:solidFill>
            <a:srgbClr val="2BC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49"/>
          <p:cNvSpPr/>
          <p:nvPr/>
        </p:nvSpPr>
        <p:spPr>
          <a:xfrm>
            <a:off x="713232" y="347472"/>
            <a:ext cx="91440" cy="91440"/>
          </a:xfrm>
          <a:prstGeom prst="rect">
            <a:avLst/>
          </a:prstGeom>
          <a:solidFill>
            <a:srgbClr val="EE2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9"/>
          <p:cNvSpPr/>
          <p:nvPr/>
        </p:nvSpPr>
        <p:spPr>
          <a:xfrm>
            <a:off x="1188720" y="621792"/>
            <a:ext cx="73152" cy="73152"/>
          </a:xfrm>
          <a:prstGeom prst="rect">
            <a:avLst/>
          </a:prstGeom>
          <a:solidFill>
            <a:srgbClr val="2BC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9"/>
          <p:cNvSpPr/>
          <p:nvPr/>
        </p:nvSpPr>
        <p:spPr>
          <a:xfrm>
            <a:off x="8001000" y="502920"/>
            <a:ext cx="274320" cy="64008"/>
          </a:xfrm>
          <a:prstGeom prst="rect">
            <a:avLst/>
          </a:prstGeom>
          <a:solidFill>
            <a:srgbClr val="2BC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9"/>
          <p:cNvSpPr/>
          <p:nvPr/>
        </p:nvSpPr>
        <p:spPr>
          <a:xfrm>
            <a:off x="8275320" y="502920"/>
            <a:ext cx="457200" cy="64008"/>
          </a:xfrm>
          <a:prstGeom prst="rect">
            <a:avLst/>
          </a:prstGeom>
          <a:solidFill>
            <a:srgbClr val="EE2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9"/>
          <p:cNvSpPr/>
          <p:nvPr/>
        </p:nvSpPr>
        <p:spPr>
          <a:xfrm>
            <a:off x="8339328" y="347472"/>
            <a:ext cx="91440" cy="91440"/>
          </a:xfrm>
          <a:prstGeom prst="rect">
            <a:avLst/>
          </a:prstGeom>
          <a:solidFill>
            <a:srgbClr val="EE2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9"/>
          <p:cNvSpPr/>
          <p:nvPr/>
        </p:nvSpPr>
        <p:spPr>
          <a:xfrm>
            <a:off x="7882128" y="621792"/>
            <a:ext cx="73152" cy="73152"/>
          </a:xfrm>
          <a:prstGeom prst="rect">
            <a:avLst/>
          </a:prstGeom>
          <a:solidFill>
            <a:srgbClr val="2BC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9"/>
          <p:cNvSpPr txBox="1"/>
          <p:nvPr>
            <p:ph type="title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4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44.xml"/><Relationship Id="rId22" Type="http://schemas.openxmlformats.org/officeDocument/2006/relationships/theme" Target="../theme/theme3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1"/>
            </a:gs>
            <a:gs pos="81000">
              <a:srgbClr val="251242"/>
            </a:gs>
            <a:gs pos="100000">
              <a:schemeClr val="accent4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1"/>
            </a:gs>
            <a:gs pos="81000">
              <a:srgbClr val="251242"/>
            </a:gs>
            <a:gs pos="100000">
              <a:schemeClr val="accent4"/>
            </a:gs>
          </a:gsLst>
          <a:lin ang="5400012" scaled="0"/>
        </a:gra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b="0" i="0" spc="0" sz="35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/>
        </p:txBody>
      </p:sp>
      <p:sp>
        <p:nvSpPr>
          <p:cNvPr id="345" name="Google Shape;345;p25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pc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92" r:id="rId1"/>
    <p:sldLayoutId id="2147483693" r:id="rId2"/>
    <p:sldLayoutId id="2147483694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5.xml"/></Relationships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>
                <a:solidFill>
                  <a:srgbClr val="FFFFFF"/>
                </a:solidFill>
                <a:latin typeface="Russo One"/>
              </a:rPr>
              <a:t>Dirty COW: the kernel's copy-on-write 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188720"/>
            <a:ext cx="76992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Roboto"/>
              </a:rPr>
              <a:t>A read-only private map must never change the file behind it. A kernel race broke that rule.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783080"/>
            <a:ext cx="5029200" cy="2103120"/>
          </a:xfrm>
          <a:prstGeom prst="rect">
            <a:avLst/>
          </a:prstGeom>
          <a:solidFill>
            <a:srgbClr val="0B0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6EDF7"/>
                </a:solidFill>
                <a:latin typeface="Roboto"/>
              </a:rPr>
              <a:t>fd = open("/zzz", O_RDONLY)   /* no write right */</a:t>
            </a:r>
          </a:p>
          <a:p>
            <a:pPr algn="l"/>
            <a:r>
              <a:rPr sz="1600" b="0">
                <a:solidFill>
                  <a:srgbClr val="E6EDF7"/>
                </a:solidFill>
                <a:latin typeface="Roboto"/>
              </a:rPr>
              <a:t>map = mmap(fd, PROT_READ, MAP_PRIVATE)</a:t>
            </a:r>
          </a:p>
          <a:p>
            <a:pPr algn="l"/>
            <a:r>
              <a:rPr sz="1600" b="0">
                <a:solidFill>
                  <a:srgbClr val="E6EDF7"/>
                </a:solidFill>
                <a:latin typeface="Roboto"/>
              </a:rPr>
              <a:t>pwrite("/proc/self/mem", data, addr)</a:t>
            </a:r>
          </a:p>
          <a:p>
            <a:pPr algn="l"/>
            <a:r>
              <a:rPr sz="1600" b="0">
                <a:solidFill>
                  <a:srgbClr val="E6EDF7"/>
                </a:solidFill>
                <a:latin typeface="Roboto"/>
              </a:rPr>
              <a:t>madvise(map, MADV_DONTNEED)   /* repeat */</a:t>
            </a:r>
          </a:p>
          <a:p>
            <a:pPr algn="l"/>
            <a:r>
              <a:rPr sz="1600" b="0">
                <a:solidFill>
                  <a:srgbClr val="E6EDF7"/>
                </a:solidFill>
                <a:latin typeface="Roboto"/>
              </a:rPr>
              <a:t>/* the kernel loses the private copy */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51576" y="2139696"/>
            <a:ext cx="237744" cy="0"/>
          </a:xfrm>
          <a:prstGeom prst="line">
            <a:avLst/>
          </a:prstGeom>
          <a:ln w="22225">
            <a:solidFill>
              <a:srgbClr val="29C7F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0" y="2029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9C7FE"/>
                </a:solidFill>
                <a:latin typeface="Roboto"/>
              </a:rPr>
              <a:t>We run as seed (UID 1000)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51576" y="3154680"/>
            <a:ext cx="237744" cy="0"/>
          </a:xfrm>
          <a:prstGeom prst="line">
            <a:avLst/>
          </a:prstGeom>
          <a:ln w="22225">
            <a:solidFill>
              <a:srgbClr val="ED21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40" y="3044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D218F"/>
                </a:solidFill>
                <a:latin typeface="Roboto"/>
              </a:rPr>
              <a:t>Kernel bug: file bytes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4114800"/>
            <a:ext cx="76992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Roboto"/>
              </a:rPr>
              <a:t>Nothing here opens the file for writing - the race is inside the kernel's copy-on-write code (CVE-2016-5195).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>
                <a:solidFill>
                  <a:srgbClr val="FFFFFF"/>
                </a:solidFill>
                <a:latin typeface="Russo One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188720"/>
            <a:ext cx="769924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Roboto"/>
              </a:rPr>
              <a:t>/zzz belongs to root, mode 0644. Seed can read it - but never write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828800"/>
            <a:ext cx="2468880" cy="2697480"/>
          </a:xfrm>
          <a:prstGeom prst="rect">
            <a:avLst/>
          </a:prstGeom>
          <a:solidFill>
            <a:srgbClr val="161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0116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>
                <a:solidFill>
                  <a:srgbClr val="29C7FE"/>
                </a:solidFill>
                <a:latin typeface="Robot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65176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"/>
              </a:rPr>
              <a:t>Show the file is protected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347472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3E3"/>
                </a:solidFill>
                <a:latin typeface="Roboto"/>
              </a:rPr>
              <a:t>cat /zzz shows the original. echo &gt; /zzz: Permission denied.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828800"/>
            <a:ext cx="2468880" cy="2697480"/>
          </a:xfrm>
          <a:prstGeom prst="rect">
            <a:avLst/>
          </a:prstGeom>
          <a:solidFill>
            <a:srgbClr val="161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0116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>
                <a:solidFill>
                  <a:srgbClr val="29C7FE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65176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"/>
              </a:rPr>
              <a:t>Normal copy-on-write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347472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3E3"/>
                </a:solidFill>
                <a:latin typeface="Roboto"/>
              </a:rPr>
              <a:t>./cow_control changes its private copy only - the file stays the same.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52744" y="1828800"/>
            <a:ext cx="2468880" cy="2697480"/>
          </a:xfrm>
          <a:prstGeom prst="rect">
            <a:avLst/>
          </a:prstGeom>
          <a:solidFill>
            <a:srgbClr val="161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201168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>
                <a:solidFill>
                  <a:srgbClr val="ED218F"/>
                </a:solidFill>
                <a:latin typeface="Robot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265176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"/>
              </a:rPr>
              <a:t>Run the 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347472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3E3"/>
                </a:solidFill>
                <a:latin typeface="Roboto"/>
              </a:rPr>
              <a:t>bash run_trial.sh dummy 30 demo - it stops itself when /zzz changes.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617720"/>
            <a:ext cx="76992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3E3"/>
                </a:solidFill>
                <a:latin typeface="Roboto"/>
              </a:rPr>
              <a:t>If the race misses this time, the next slide shows the recorded 9 October run.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>
                <a:solidFill>
                  <a:srgbClr val="FFFFFF"/>
                </a:solidFill>
                <a:latin typeface="Russo One"/>
              </a:rPr>
              <a:t>Result: file changed, then uid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2376" y="1042415"/>
            <a:ext cx="76992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9C7FE"/>
                </a:solidFill>
                <a:latin typeface="Roboto"/>
              </a:rPr>
              <a:t>Task 1 - seed rewrote the root-owned file /zzz (recorded)</a:t>
            </a:r>
          </a:p>
        </p:txBody>
      </p:sp>
      <p:pic>
        <p:nvPicPr>
          <p:cNvPr id="4" name="Picture 3" descr="task1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389888"/>
            <a:ext cx="7699248" cy="11148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" y="2615184"/>
            <a:ext cx="76992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9C7FE"/>
                </a:solidFill>
                <a:latin typeface="Roboto"/>
              </a:rPr>
              <a:t>Task 2 - charlie's UID 1001 -&gt; 0000; fresh login without sudo gives uid 0</a:t>
            </a:r>
          </a:p>
        </p:txBody>
      </p:sp>
      <p:pic>
        <p:nvPicPr>
          <p:cNvPr id="6" name="Picture 5" descr="task2-ui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962656"/>
            <a:ext cx="7699248" cy="15041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" y="4498848"/>
            <a:ext cx="769924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9D3E3"/>
                </a:solidFill>
                <a:latin typeface="Roboto"/>
              </a:rPr>
              <a:t>Recorded 9 Oct 2026 - one bounded 30 s run each, 0 s elapsed.</a:t>
            </a:r>
          </a:p>
          <a:p>
            <a:pPr algn="l"/>
            <a:r>
              <a:rPr sz="1300" b="0">
                <a:solidFill>
                  <a:srgbClr val="C9D3E3"/>
                </a:solidFill>
                <a:latin typeface="Roboto"/>
              </a:rPr>
              <a:t>First su attempt failed, retry succeeded. After the demo the account was restored to UID 1001.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>
                <a:solidFill>
                  <a:srgbClr val="FFFFFF"/>
                </a:solidFill>
                <a:latin typeface="Russo One"/>
              </a:rPr>
              <a:t>Countermeasures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376" y="1078992"/>
            <a:ext cx="2468880" cy="2377440"/>
          </a:xfrm>
          <a:prstGeom prst="rect">
            <a:avLst/>
          </a:prstGeom>
          <a:solidFill>
            <a:srgbClr val="161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126187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9C7FE"/>
                </a:solidFill>
                <a:latin typeface="Roboto"/>
              </a:rPr>
              <a:t>PATCH THE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" y="158191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Russo One"/>
              </a:rPr>
              <a:t>Fixed 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084831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9D3E3"/>
                </a:solidFill>
                <a:latin typeface="Roboto"/>
              </a:rPr>
              <a:t>Upstream fix landed in October 2016.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615184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Roboto"/>
              </a:rPr>
              <a:t>Supported distros ship it. Our VM keeps the old kernel to demo the bug.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078992"/>
            <a:ext cx="2468880" cy="2377440"/>
          </a:xfrm>
          <a:prstGeom prst="rect">
            <a:avLst/>
          </a:prstGeom>
          <a:solidFill>
            <a:srgbClr val="161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26187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9C7FE"/>
                </a:solidFill>
                <a:latin typeface="Roboto"/>
              </a:rPr>
              <a:t>STAY UPDATED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158191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Russo One"/>
              </a:rPr>
              <a:t>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084831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9D3E3"/>
                </a:solidFill>
                <a:latin typeface="Roboto"/>
              </a:rPr>
              <a:t>A fix only helps when the fixed kernel is actually running.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615184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Roboto"/>
              </a:rPr>
              <a:t>Update and reboot. Retire end-of-life releases like this 12.04 VM.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52744" y="1078992"/>
            <a:ext cx="2468880" cy="2377440"/>
          </a:xfrm>
          <a:prstGeom prst="rect">
            <a:avLst/>
          </a:prstGeom>
          <a:solidFill>
            <a:srgbClr val="161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126187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9C7FE"/>
                </a:solidFill>
                <a:latin typeface="Roboto"/>
              </a:rPr>
              <a:t>LIMIT &amp; 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158191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Russo One"/>
              </a:rPr>
              <a:t>Watch uid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2084831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9D3E3"/>
                </a:solidFill>
                <a:latin typeface="Roboto"/>
              </a:rPr>
              <a:t>Fewer local users, fewer chances to race.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2615184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Roboto"/>
              </a:rPr>
              <a:t>Baseline /etc/passwd; alert on new UID-0 entries and strange logins.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" y="4654296"/>
            <a:ext cx="73152" cy="301752"/>
          </a:xfrm>
          <a:prstGeom prst="rect">
            <a:avLst/>
          </a:prstGeom>
          <a:solidFill>
            <a:srgbClr val="ED2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654296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"/>
              </a:rPr>
              <a:t>Private memory must stay private - the kernel fix is the real defence.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yber Group 1">
  <a:themeElements>
    <a:clrScheme name="Cyber Group 1">
      <a:dk1>
        <a:srgbClr val="0B0A2E"/>
      </a:dk1>
      <a:lt1>
        <a:srgbClr val="FFFFFF"/>
      </a:lt1>
      <a:dk2>
        <a:srgbClr val="1C1352"/>
      </a:dk2>
      <a:lt2>
        <a:srgbClr val="D6C8E6"/>
      </a:lt2>
      <a:accent1>
        <a:srgbClr val="2BC6FF"/>
      </a:accent1>
      <a:accent2>
        <a:srgbClr val="EE2A8F"/>
      </a:accent2>
      <a:accent3>
        <a:srgbClr val="7B4FD6"/>
      </a:accent3>
      <a:accent4>
        <a:srgbClr val="D6C8E6"/>
      </a:accent4>
      <a:accent5>
        <a:srgbClr val="3C1156"/>
      </a:accent5>
      <a:accent6>
        <a:srgbClr val="0F0E3A"/>
      </a:accent6>
      <a:hlink>
        <a:srgbClr val="2BC6FF"/>
      </a:hlink>
      <a:folHlink>
        <a:srgbClr val="EE2A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yber Minitheme by Slidesgo">
  <a:themeElements>
    <a:clrScheme name="Simple Light">
      <a:dk1>
        <a:srgbClr val="FFFFFF"/>
      </a:dk1>
      <a:lt1>
        <a:srgbClr val="191919"/>
      </a:lt1>
      <a:dk2>
        <a:srgbClr val="E7E6E6"/>
      </a:dk2>
      <a:lt2>
        <a:srgbClr val="2D3847"/>
      </a:lt2>
      <a:accent1>
        <a:srgbClr val="3C134D"/>
      </a:accent1>
      <a:accent2>
        <a:srgbClr val="7F3F98"/>
      </a:accent2>
      <a:accent3>
        <a:srgbClr val="ED218F"/>
      </a:accent3>
      <a:accent4>
        <a:srgbClr val="0E1037"/>
      </a:accent4>
      <a:accent5>
        <a:srgbClr val="163A63"/>
      </a:accent5>
      <a:accent6>
        <a:srgbClr val="29C7FE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yber Minitheme by Slidesgo">
  <a:themeElements>
    <a:clrScheme name="Simple Light">
      <a:dk1>
        <a:srgbClr val="FFFFFF"/>
      </a:dk1>
      <a:lt1>
        <a:srgbClr val="191919"/>
      </a:lt1>
      <a:dk2>
        <a:srgbClr val="E7E6E6"/>
      </a:dk2>
      <a:lt2>
        <a:srgbClr val="2D3847"/>
      </a:lt2>
      <a:accent1>
        <a:srgbClr val="3C134D"/>
      </a:accent1>
      <a:accent2>
        <a:srgbClr val="7F3F98"/>
      </a:accent2>
      <a:accent3>
        <a:srgbClr val="ED218F"/>
      </a:accent3>
      <a:accent4>
        <a:srgbClr val="0E1037"/>
      </a:accent4>
      <a:accent5>
        <a:srgbClr val="163A63"/>
      </a:accent5>
      <a:accent6>
        <a:srgbClr val="29C7FE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